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47D1-22B6-CB61-5E6A-229F0FDEB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C3E85-44E1-6B2F-C3DB-0B008A097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C7983-8144-6AD5-50A0-67E45293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8A2B6-41C8-C268-C26C-DCD0D542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3A2E3-7002-BA82-662C-58746F1F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5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49E4-492F-3E6C-DFD7-8254C7AB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4C3C8-E4B7-E4EF-711C-7941B764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EF544-768F-485D-DF9F-C3C388AA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2E78-0AD9-7149-3557-E1678925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10821-1065-C0BC-34E1-0DC58489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6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E41E-D270-C91E-490A-C3B6C2DD4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0E09-F4F7-A3EB-23EF-EF49EE72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97291-3EF7-8A8B-5ECA-B6BA9F6C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8DC0-64BE-3BC5-DB54-838D9E8D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792D3-1057-D376-D336-1286B563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0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4205-DC12-CF8D-6511-8C75123C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3C5E-0CC5-74AE-AE54-75E8BCB31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A85A9-7643-66C1-F578-D71F9919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2A93C-1A33-8425-46B6-1E0EE794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82940-DB60-D2CE-1F0D-5DBB9A4F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23AC9-925A-320D-0987-7C831DFF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1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2393-205C-ACFE-FAC3-A93C583C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71F8D-6E50-D8F4-4E20-D9B68ADC8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2996B-B868-07EB-8F81-ADA52D632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5E2A-F372-1B6D-BCDD-1181F1761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FE4DC-C375-E41F-C047-F50115793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D54D4-F0C6-F92B-4FEA-3A50966C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C18BD2-25A0-22FA-D483-57F1D67E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ABA43-9797-83E5-7D4D-F9564089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6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2F42-3516-B635-87AE-3192F267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449C8-F6E4-9926-8654-CDF45FB0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432B7-AAB2-B142-2EE3-625D9467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0D4AE-65F1-5385-C51A-00A9DB2A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C9AE8-CCAF-B9CC-5CD9-7E21148C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6B200-6388-CE54-6F0C-A0668CF6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B9926-AE2D-A2BE-40C0-BC41C4B1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2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A35B-83C2-914B-6F6F-C463485C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590EC-4846-5C06-E269-AA1FF1376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F2581-420D-2EA8-122E-6E4035CF7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4E1BE-3F4C-5E13-8598-321F912D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8510B-8F6A-D71B-E618-CE7524B4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46381-A47F-7B07-3411-85B7E1FE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80C49-0495-2DE5-0D98-C9B7145C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A0267-51D6-7B77-37E9-89DA96FC9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CC407-FA79-CC47-7A74-D7D74BD27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C3B2-2107-1512-B7AF-9ADC9132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8083C-6C26-14EB-F487-B7C2532E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354BC-DB0C-017B-E384-3FD5B1D6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4FDD-B0F2-1129-3FA0-D0A9270A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79D77-D9BF-0635-A8B4-BEAA5C1B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3DE8-DDFE-92E1-6470-DA888F5F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E77B5-9037-D6B1-DDAD-36234E6F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FD0B4-D7B5-61C2-ECE1-44408E76B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5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5A44D-D182-4DDB-5A33-49C9D3A13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6C5C0-BF1F-6369-E02F-0078B9FEA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80E17-AD1F-169E-5C23-C65DA128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D1D0D-79B6-F845-63A1-F34B82A7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B277D-94E6-8193-C13A-D71C63B4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1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3DF11-9C02-FD66-2299-93108721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B887C-C645-959C-B5F3-EFBAEF6E9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66567-85AE-C43D-272D-A5CE75D27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5A6C5-670B-498B-9FA6-803741FBB2CA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FC54E-BDAA-02B1-ABFF-810240BD2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CAD06-C8A4-D069-2957-B7BD864D4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9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CC2622-95A5-970A-409B-FEF9E82D2FEF}"/>
              </a:ext>
            </a:extLst>
          </p:cNvPr>
          <p:cNvSpPr/>
          <p:nvPr/>
        </p:nvSpPr>
        <p:spPr>
          <a:xfrm>
            <a:off x="1467917" y="669132"/>
            <a:ext cx="188704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1E6F4-A1FA-5EFD-D79B-D249A7BA3F5F}"/>
              </a:ext>
            </a:extLst>
          </p:cNvPr>
          <p:cNvSpPr/>
          <p:nvPr/>
        </p:nvSpPr>
        <p:spPr>
          <a:xfrm>
            <a:off x="1467917" y="1735932"/>
            <a:ext cx="188704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4C3AC0-A7D2-7111-329E-17DA9F9A82CF}"/>
              </a:ext>
            </a:extLst>
          </p:cNvPr>
          <p:cNvCxnSpPr/>
          <p:nvPr/>
        </p:nvCxnSpPr>
        <p:spPr>
          <a:xfrm>
            <a:off x="211540" y="1644555"/>
            <a:ext cx="4844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03A021A-1ED0-7C20-F0A2-80A62298381F}"/>
              </a:ext>
            </a:extLst>
          </p:cNvPr>
          <p:cNvSpPr/>
          <p:nvPr/>
        </p:nvSpPr>
        <p:spPr>
          <a:xfrm>
            <a:off x="696036" y="1553115"/>
            <a:ext cx="182880" cy="1828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394AA5-3834-A622-B9C5-E3D15FA21CA8}"/>
              </a:ext>
            </a:extLst>
          </p:cNvPr>
          <p:cNvCxnSpPr>
            <a:cxnSpLocks/>
            <a:stCxn id="9" idx="6"/>
            <a:endCxn id="4" idx="1"/>
          </p:cNvCxnSpPr>
          <p:nvPr/>
        </p:nvCxnSpPr>
        <p:spPr>
          <a:xfrm flipV="1">
            <a:off x="878916" y="1126332"/>
            <a:ext cx="589001" cy="5182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D7029A9-B556-E516-523C-A1A28D1BC5FA}"/>
              </a:ext>
            </a:extLst>
          </p:cNvPr>
          <p:cNvSpPr txBox="1"/>
          <p:nvPr/>
        </p:nvSpPr>
        <p:spPr>
          <a:xfrm>
            <a:off x="211540" y="669132"/>
            <a:ext cx="1091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Double</a:t>
            </a:r>
          </a:p>
          <a:p>
            <a:pPr algn="ctr"/>
            <a:r>
              <a:rPr lang="en-US" dirty="0"/>
              <a:t>buffer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1003D9-D91A-D9E2-114C-D5CFCB7C74D6}"/>
              </a:ext>
            </a:extLst>
          </p:cNvPr>
          <p:cNvSpPr/>
          <p:nvPr/>
        </p:nvSpPr>
        <p:spPr>
          <a:xfrm>
            <a:off x="4001851" y="1080643"/>
            <a:ext cx="188704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OS Compositor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9856E1-4944-E4E9-093D-07553FEFAB0E}"/>
              </a:ext>
            </a:extLst>
          </p:cNvPr>
          <p:cNvSpPr/>
          <p:nvPr/>
        </p:nvSpPr>
        <p:spPr>
          <a:xfrm>
            <a:off x="4154251" y="1233043"/>
            <a:ext cx="188704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OS Compositor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189A42-B8FD-5F5A-6FBA-E147ED6D5F5A}"/>
              </a:ext>
            </a:extLst>
          </p:cNvPr>
          <p:cNvSpPr/>
          <p:nvPr/>
        </p:nvSpPr>
        <p:spPr>
          <a:xfrm>
            <a:off x="4306651" y="1385443"/>
            <a:ext cx="188704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OS Compositor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C2A23A-2119-2EF4-FE29-F781322BA025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3354959" y="1537843"/>
            <a:ext cx="646892" cy="6552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85F233-1415-E5E6-1B8E-61D4DB11EF80}"/>
              </a:ext>
            </a:extLst>
          </p:cNvPr>
          <p:cNvCxnSpPr>
            <a:cxnSpLocks/>
          </p:cNvCxnSpPr>
          <p:nvPr/>
        </p:nvCxnSpPr>
        <p:spPr>
          <a:xfrm>
            <a:off x="6475863" y="129512"/>
            <a:ext cx="0" cy="2695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2605909-C949-6BE6-2FBB-E7384B3D4834}"/>
              </a:ext>
            </a:extLst>
          </p:cNvPr>
          <p:cNvSpPr txBox="1"/>
          <p:nvPr/>
        </p:nvSpPr>
        <p:spPr>
          <a:xfrm>
            <a:off x="3355306" y="129512"/>
            <a:ext cx="2253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Render System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5A09D0-F3CD-4147-1EED-6858740118E9}"/>
              </a:ext>
            </a:extLst>
          </p:cNvPr>
          <p:cNvSpPr txBox="1"/>
          <p:nvPr/>
        </p:nvSpPr>
        <p:spPr>
          <a:xfrm>
            <a:off x="7042475" y="129512"/>
            <a:ext cx="298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(Head-mounted) Display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C88396-B6CA-C0FB-A924-E635A10B3EF5}"/>
              </a:ext>
            </a:extLst>
          </p:cNvPr>
          <p:cNvSpPr/>
          <p:nvPr/>
        </p:nvSpPr>
        <p:spPr>
          <a:xfrm>
            <a:off x="6992985" y="1381453"/>
            <a:ext cx="188704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Buffer if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Scan in !=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Scan out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547B5E-0F03-3A02-9053-9879C8ACD234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 flipV="1">
            <a:off x="6193693" y="1838653"/>
            <a:ext cx="799292" cy="39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5FEEEA1-691D-2C21-C9DB-6214636E58FB}"/>
              </a:ext>
            </a:extLst>
          </p:cNvPr>
          <p:cNvSpPr/>
          <p:nvPr/>
        </p:nvSpPr>
        <p:spPr>
          <a:xfrm>
            <a:off x="9426042" y="1377099"/>
            <a:ext cx="188704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HDCP decryption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1F92639-092F-855B-773A-4595425D63A1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 flipV="1">
            <a:off x="8880027" y="1834299"/>
            <a:ext cx="546015" cy="43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66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30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37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105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Russell Taylor</dc:creator>
  <cp:lastModifiedBy>Russell Taylor</cp:lastModifiedBy>
  <cp:revision>1</cp:revision>
  <dcterms:created xsi:type="dcterms:W3CDTF">2023-10-18T19:03:52Z</dcterms:created>
  <dcterms:modified xsi:type="dcterms:W3CDTF">2023-10-18T19:16:27Z</dcterms:modified>
</cp:coreProperties>
</file>