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66" r:id="rId3"/>
    <p:sldId id="274" r:id="rId4"/>
    <p:sldId id="267" r:id="rId5"/>
    <p:sldId id="271" r:id="rId6"/>
    <p:sldId id="272" r:id="rId7"/>
    <p:sldId id="269" r:id="rId8"/>
    <p:sldId id="273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115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47D1-22B6-CB61-5E6A-229F0FDEB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C3E85-44E1-6B2F-C3DB-0B008A097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C7983-8144-6AD5-50A0-67E45293A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8A2B6-41C8-C268-C26C-DCD0D542C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3A2E3-7002-BA82-662C-58746F1FB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5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49E4-492F-3E6C-DFD7-8254C7AB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4C3C8-E4B7-E4EF-711C-7941B7645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EF544-768F-485D-DF9F-C3C388AAE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D2E78-0AD9-7149-3557-E1678925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10821-1065-C0BC-34E1-0DC58489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69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E41E-D270-C91E-490A-C3B6C2DD4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A0E09-F4F7-A3EB-23EF-EF49EE727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97291-3EF7-8A8B-5ECA-B6BA9F6CA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8DC0-64BE-3BC5-DB54-838D9E8D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792D3-1057-D376-D336-1286B563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07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4205-DC12-CF8D-6511-8C75123C1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23C5E-0CC5-74AE-AE54-75E8BCB31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A85A9-7643-66C1-F578-D71F9919E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2A93C-1A33-8425-46B6-1E0EE794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82940-DB60-D2CE-1F0D-5DBB9A4F6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23AC9-925A-320D-0987-7C831DFF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1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F2393-205C-ACFE-FAC3-A93C583C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71F8D-6E50-D8F4-4E20-D9B68ADC8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2996B-B868-07EB-8F81-ADA52D632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C5E2A-F372-1B6D-BCDD-1181F1761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4FE4DC-C375-E41F-C047-F50115793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1D54D4-F0C6-F92B-4FEA-3A50966C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C18BD2-25A0-22FA-D483-57F1D67EF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BABA43-9797-83E5-7D4D-F9564089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6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2F42-3516-B635-87AE-3192F267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D449C8-F6E4-9926-8654-CDF45FB07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432B7-AAB2-B142-2EE3-625D94672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0D4AE-65F1-5385-C51A-00A9DB2A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13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4C9AE8-CCAF-B9CC-5CD9-7E21148C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B6B200-6388-CE54-6F0C-A0668CF6E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B9926-AE2D-A2BE-40C0-BC41C4B1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2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EA35B-83C2-914B-6F6F-C463485C1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590EC-4846-5C06-E269-AA1FF1376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F2581-420D-2EA8-122E-6E4035CF7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4E1BE-3F4C-5E13-8598-321F912DA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8510B-8F6A-D71B-E618-CE7524B44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46381-A47F-7B07-3411-85B7E1FE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4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80C49-0495-2DE5-0D98-C9B7145CD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6A0267-51D6-7B77-37E9-89DA96FC9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CC407-FA79-CC47-7A74-D7D74BD27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4C3B2-2107-1512-B7AF-9ADC9132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8083C-6C26-14EB-F487-B7C2532E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354BC-DB0C-017B-E384-3FD5B1D6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0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84FDD-B0F2-1129-3FA0-D0A9270A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79D77-D9BF-0635-A8B4-BEAA5C1B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23DE8-DDFE-92E1-6470-DA888F5F2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E77B5-9037-D6B1-DDAD-36234E6F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FD0B4-D7B5-61C2-ECE1-44408E76B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59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A5A44D-D182-4DDB-5A33-49C9D3A13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6C5C0-BF1F-6369-E02F-0078B9FEA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80E17-AD1F-169E-5C23-C65DA128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5A6C5-670B-498B-9FA6-803741FBB2C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D1D0D-79B6-F845-63A1-F34B82A73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B277D-94E6-8193-C13A-D71C63B4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1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D3DF11-9C02-FD66-2299-93108721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B887C-C645-959C-B5F3-EFBAEF6E9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66567-85AE-C43D-272D-A5CE75D27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5A6C5-670B-498B-9FA6-803741FBB2CA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FC54E-BDAA-02B1-ABFF-810240BD2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CAD06-C8A4-D069-2957-B7BD864D4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0F81C-81B4-46AB-866D-8FCCD1B91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95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29DEE-5E36-A255-DFAE-548F4774B9C5}"/>
              </a:ext>
            </a:extLst>
          </p:cNvPr>
          <p:cNvSpPr/>
          <p:nvPr/>
        </p:nvSpPr>
        <p:spPr>
          <a:xfrm>
            <a:off x="2050878" y="2521440"/>
            <a:ext cx="2669552" cy="12684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Core Module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(or Storage Module as virtual Core)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8EFFA2-FCAF-3F44-ED10-A14FE4CA0674}"/>
              </a:ext>
            </a:extLst>
          </p:cNvPr>
          <p:cNvSpPr txBox="1"/>
          <p:nvPr/>
        </p:nvSpPr>
        <p:spPr>
          <a:xfrm>
            <a:off x="4518870" y="2295965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Synch 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031C10-55FB-E033-8C11-B90552F82719}"/>
              </a:ext>
            </a:extLst>
          </p:cNvPr>
          <p:cNvSpPr/>
          <p:nvPr/>
        </p:nvSpPr>
        <p:spPr>
          <a:xfrm>
            <a:off x="7110309" y="2515256"/>
            <a:ext cx="2669552" cy="12684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Render/Analysis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Module(s)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7F5F8A-59C0-17B8-4B01-56DC3FE71E50}"/>
              </a:ext>
            </a:extLst>
          </p:cNvPr>
          <p:cNvSpPr txBox="1"/>
          <p:nvPr/>
        </p:nvSpPr>
        <p:spPr>
          <a:xfrm>
            <a:off x="4509787" y="2685067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 API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FABF42-B1AD-A15F-E66F-B871D2D0EDC6}"/>
              </a:ext>
            </a:extLst>
          </p:cNvPr>
          <p:cNvSpPr txBox="1"/>
          <p:nvPr/>
        </p:nvSpPr>
        <p:spPr>
          <a:xfrm>
            <a:off x="4638984" y="3645959"/>
            <a:ext cx="20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Temp API, Pose API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C2E60D-FB0F-D62C-5E78-F21B8C54FEA1}"/>
              </a:ext>
            </a:extLst>
          </p:cNvPr>
          <p:cNvCxnSpPr>
            <a:cxnSpLocks/>
          </p:cNvCxnSpPr>
          <p:nvPr/>
        </p:nvCxnSpPr>
        <p:spPr>
          <a:xfrm flipH="1">
            <a:off x="4720430" y="2610053"/>
            <a:ext cx="2376406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7888F36-E3BF-25A0-458B-AB6096B18FA0}"/>
              </a:ext>
            </a:extLst>
          </p:cNvPr>
          <p:cNvSpPr/>
          <p:nvPr/>
        </p:nvSpPr>
        <p:spPr>
          <a:xfrm>
            <a:off x="7278789" y="2327165"/>
            <a:ext cx="2669552" cy="12684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Storage, Render,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Analysis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Module(s)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A3656AD-8A4B-DAFF-8DD0-B49F73B61608}"/>
              </a:ext>
            </a:extLst>
          </p:cNvPr>
          <p:cNvCxnSpPr>
            <a:cxnSpLocks/>
          </p:cNvCxnSpPr>
          <p:nvPr/>
        </p:nvCxnSpPr>
        <p:spPr>
          <a:xfrm>
            <a:off x="4720430" y="3099997"/>
            <a:ext cx="2376406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0EC85CC-A3A0-4027-0CFE-91C17F2A54A9}"/>
              </a:ext>
            </a:extLst>
          </p:cNvPr>
          <p:cNvCxnSpPr>
            <a:cxnSpLocks/>
          </p:cNvCxnSpPr>
          <p:nvPr/>
        </p:nvCxnSpPr>
        <p:spPr>
          <a:xfrm>
            <a:off x="4720430" y="3010561"/>
            <a:ext cx="2376406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7FA5B1-9C44-EA1E-4366-47BA5E69124D}"/>
              </a:ext>
            </a:extLst>
          </p:cNvPr>
          <p:cNvCxnSpPr>
            <a:cxnSpLocks/>
          </p:cNvCxnSpPr>
          <p:nvPr/>
        </p:nvCxnSpPr>
        <p:spPr>
          <a:xfrm flipH="1">
            <a:off x="4720430" y="3712694"/>
            <a:ext cx="2376406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21E715D-36B0-506B-DDF8-AEE65E4071D5}"/>
              </a:ext>
            </a:extLst>
          </p:cNvPr>
          <p:cNvGrpSpPr/>
          <p:nvPr/>
        </p:nvGrpSpPr>
        <p:grpSpPr>
          <a:xfrm>
            <a:off x="1170006" y="2748384"/>
            <a:ext cx="524628" cy="815863"/>
            <a:chOff x="1241110" y="1688536"/>
            <a:chExt cx="524628" cy="815863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E4580AC-7D59-FC63-509C-DB9239423678}"/>
                </a:ext>
              </a:extLst>
            </p:cNvPr>
            <p:cNvGrpSpPr/>
            <p:nvPr/>
          </p:nvGrpSpPr>
          <p:grpSpPr>
            <a:xfrm>
              <a:off x="1241110" y="1974668"/>
              <a:ext cx="524628" cy="240387"/>
              <a:chOff x="902752" y="2750748"/>
              <a:chExt cx="982230" cy="44911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873120D-D24B-2365-45B0-51FE32997285}"/>
                  </a:ext>
                </a:extLst>
              </p:cNvPr>
              <p:cNvSpPr/>
              <p:nvPr/>
            </p:nvSpPr>
            <p:spPr>
              <a:xfrm>
                <a:off x="1260610" y="2750748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Isosceles Triangle 38">
                <a:extLst>
                  <a:ext uri="{FF2B5EF4-FFF2-40B4-BE49-F238E27FC236}">
                    <a16:creationId xmlns:a16="http://schemas.microsoft.com/office/drawing/2014/main" id="{CDCDCFD4-FC1A-5628-042F-5AC2B55DF20C}"/>
                  </a:ext>
                </a:extLst>
              </p:cNvPr>
              <p:cNvSpPr/>
              <p:nvPr/>
            </p:nvSpPr>
            <p:spPr>
              <a:xfrm rot="5400000">
                <a:off x="948591" y="2796375"/>
                <a:ext cx="266180" cy="357857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53E8985-9B41-9214-3C5B-2D9039CFE46B}"/>
                </a:ext>
              </a:extLst>
            </p:cNvPr>
            <p:cNvGrpSpPr/>
            <p:nvPr/>
          </p:nvGrpSpPr>
          <p:grpSpPr>
            <a:xfrm>
              <a:off x="1241110" y="1688536"/>
              <a:ext cx="524627" cy="240387"/>
              <a:chOff x="902753" y="2711017"/>
              <a:chExt cx="982229" cy="449110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20FB196-D9BE-E683-791E-56DD53879152}"/>
                  </a:ext>
                </a:extLst>
              </p:cNvPr>
              <p:cNvSpPr/>
              <p:nvPr/>
            </p:nvSpPr>
            <p:spPr>
              <a:xfrm>
                <a:off x="1260610" y="2711017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Isosceles Triangle 38">
                <a:extLst>
                  <a:ext uri="{FF2B5EF4-FFF2-40B4-BE49-F238E27FC236}">
                    <a16:creationId xmlns:a16="http://schemas.microsoft.com/office/drawing/2014/main" id="{C87FBC67-39C8-D078-83FF-86B769E70270}"/>
                  </a:ext>
                </a:extLst>
              </p:cNvPr>
              <p:cNvSpPr/>
              <p:nvPr/>
            </p:nvSpPr>
            <p:spPr>
              <a:xfrm rot="5400000">
                <a:off x="948591" y="2756645"/>
                <a:ext cx="266179" cy="357856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5411569-5528-BF49-9CA6-175BBE875C88}"/>
                </a:ext>
              </a:extLst>
            </p:cNvPr>
            <p:cNvGrpSpPr/>
            <p:nvPr/>
          </p:nvGrpSpPr>
          <p:grpSpPr>
            <a:xfrm>
              <a:off x="1241110" y="2264012"/>
              <a:ext cx="524628" cy="240387"/>
              <a:chOff x="902752" y="2750748"/>
              <a:chExt cx="982230" cy="44911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3F0F3D5-BB52-297B-F280-98D3BC6DF4D1}"/>
                  </a:ext>
                </a:extLst>
              </p:cNvPr>
              <p:cNvSpPr/>
              <p:nvPr/>
            </p:nvSpPr>
            <p:spPr>
              <a:xfrm>
                <a:off x="1260610" y="2750748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Isosceles Triangle 38">
                <a:extLst>
                  <a:ext uri="{FF2B5EF4-FFF2-40B4-BE49-F238E27FC236}">
                    <a16:creationId xmlns:a16="http://schemas.microsoft.com/office/drawing/2014/main" id="{92975BF4-A8E0-C3C4-4C45-5C98AE375F1C}"/>
                  </a:ext>
                </a:extLst>
              </p:cNvPr>
              <p:cNvSpPr/>
              <p:nvPr/>
            </p:nvSpPr>
            <p:spPr>
              <a:xfrm rot="5400000">
                <a:off x="948591" y="2796375"/>
                <a:ext cx="266180" cy="357857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CE0A696-88CD-52EF-9740-FE32A680C6C5}"/>
              </a:ext>
            </a:extLst>
          </p:cNvPr>
          <p:cNvCxnSpPr>
            <a:cxnSpLocks/>
            <a:stCxn id="44" idx="3"/>
            <a:endCxn id="4" idx="1"/>
          </p:cNvCxnSpPr>
          <p:nvPr/>
        </p:nvCxnSpPr>
        <p:spPr>
          <a:xfrm>
            <a:off x="1694634" y="3154710"/>
            <a:ext cx="356244" cy="96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9B757BE-BEBA-8A20-F181-6DEC5007890D}"/>
              </a:ext>
            </a:extLst>
          </p:cNvPr>
          <p:cNvCxnSpPr>
            <a:cxnSpLocks/>
          </p:cNvCxnSpPr>
          <p:nvPr/>
        </p:nvCxnSpPr>
        <p:spPr>
          <a:xfrm>
            <a:off x="9948341" y="2662285"/>
            <a:ext cx="640222" cy="3012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5F1E8AF-1B4B-D793-7C24-A00907990A82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9779861" y="3389853"/>
            <a:ext cx="876017" cy="322841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52" descr="A pair of monitors with joysticks&#10;&#10;Description automatically generated">
            <a:extLst>
              <a:ext uri="{FF2B5EF4-FFF2-40B4-BE49-F238E27FC236}">
                <a16:creationId xmlns:a16="http://schemas.microsoft.com/office/drawing/2014/main" id="{7231D5E4-CABB-53D5-37E4-6F2A3D0769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80" b="48368"/>
          <a:stretch/>
        </p:blipFill>
        <p:spPr>
          <a:xfrm>
            <a:off x="10655878" y="2995978"/>
            <a:ext cx="917176" cy="787750"/>
          </a:xfrm>
          <a:prstGeom prst="rect">
            <a:avLst/>
          </a:prstGeom>
        </p:spPr>
      </p:pic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201AB9D-1E19-C07E-3AE7-5289694EAC31}"/>
              </a:ext>
            </a:extLst>
          </p:cNvPr>
          <p:cNvCxnSpPr>
            <a:cxnSpLocks/>
          </p:cNvCxnSpPr>
          <p:nvPr/>
        </p:nvCxnSpPr>
        <p:spPr>
          <a:xfrm>
            <a:off x="8111613" y="3790239"/>
            <a:ext cx="0" cy="269205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10C116C-2C99-B8F1-63FC-97711F3DE570}"/>
              </a:ext>
            </a:extLst>
          </p:cNvPr>
          <p:cNvCxnSpPr>
            <a:cxnSpLocks/>
          </p:cNvCxnSpPr>
          <p:nvPr/>
        </p:nvCxnSpPr>
        <p:spPr>
          <a:xfrm>
            <a:off x="4194030" y="3782857"/>
            <a:ext cx="4344" cy="276587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70C38A3-32B6-67D4-6953-0A48DA908798}"/>
              </a:ext>
            </a:extLst>
          </p:cNvPr>
          <p:cNvCxnSpPr>
            <a:cxnSpLocks/>
          </p:cNvCxnSpPr>
          <p:nvPr/>
        </p:nvCxnSpPr>
        <p:spPr>
          <a:xfrm flipH="1">
            <a:off x="4198374" y="4060314"/>
            <a:ext cx="3913239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7BC9C4C-ECBE-BAA6-5744-58A8CD3E9EA1}"/>
              </a:ext>
            </a:extLst>
          </p:cNvPr>
          <p:cNvSpPr txBox="1"/>
          <p:nvPr/>
        </p:nvSpPr>
        <p:spPr>
          <a:xfrm>
            <a:off x="2787493" y="3740012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Control API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1240FB-8CAF-AF6A-7080-3B96F387F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2307" y="2247127"/>
            <a:ext cx="1244317" cy="72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98BFB1-400C-FFDC-67F3-AE1D837403E8}"/>
              </a:ext>
            </a:extLst>
          </p:cNvPr>
          <p:cNvSpPr txBox="1"/>
          <p:nvPr/>
        </p:nvSpPr>
        <p:spPr>
          <a:xfrm>
            <a:off x="4726877" y="3152297"/>
            <a:ext cx="20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Storage API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C97D4A-429E-2A05-F0CA-020C0AC3E49D}"/>
              </a:ext>
            </a:extLst>
          </p:cNvPr>
          <p:cNvCxnSpPr>
            <a:cxnSpLocks/>
          </p:cNvCxnSpPr>
          <p:nvPr/>
        </p:nvCxnSpPr>
        <p:spPr>
          <a:xfrm flipH="1">
            <a:off x="4720430" y="3453303"/>
            <a:ext cx="2398991" cy="5374"/>
          </a:xfrm>
          <a:prstGeom prst="straightConnector1">
            <a:avLst/>
          </a:prstGeom>
          <a:ln w="50800">
            <a:solidFill>
              <a:schemeClr val="tx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772424-73F1-A1A8-8B39-54F6DE4A94B4}"/>
              </a:ext>
            </a:extLst>
          </p:cNvPr>
          <p:cNvCxnSpPr>
            <a:cxnSpLocks/>
          </p:cNvCxnSpPr>
          <p:nvPr/>
        </p:nvCxnSpPr>
        <p:spPr>
          <a:xfrm>
            <a:off x="4709138" y="3535330"/>
            <a:ext cx="2401171" cy="18934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223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29E890C-0183-038E-E373-E0BFA9A84183}"/>
              </a:ext>
            </a:extLst>
          </p:cNvPr>
          <p:cNvSpPr/>
          <p:nvPr/>
        </p:nvSpPr>
        <p:spPr>
          <a:xfrm>
            <a:off x="2933332" y="1142749"/>
            <a:ext cx="6325339" cy="34056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Core 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F35ED6-A4FA-B35D-4E69-4CFB7995A014}"/>
              </a:ext>
            </a:extLst>
          </p:cNvPr>
          <p:cNvSpPr/>
          <p:nvPr/>
        </p:nvSpPr>
        <p:spPr>
          <a:xfrm>
            <a:off x="7494294" y="2511722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Selector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5FB94E-B585-5813-31AC-F7214FB1138B}"/>
              </a:ext>
            </a:extLst>
          </p:cNvPr>
          <p:cNvSpPr/>
          <p:nvPr/>
        </p:nvSpPr>
        <p:spPr>
          <a:xfrm>
            <a:off x="3111092" y="1597322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Trigger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314C8F-1F51-209F-15F6-B8926FB89D84}"/>
              </a:ext>
            </a:extLst>
          </p:cNvPr>
          <p:cNvSpPr/>
          <p:nvPr/>
        </p:nvSpPr>
        <p:spPr>
          <a:xfrm>
            <a:off x="3111998" y="3426122"/>
            <a:ext cx="1644869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3C517B1-19F2-579E-D0F7-618E5FBAA251}"/>
              </a:ext>
            </a:extLst>
          </p:cNvPr>
          <p:cNvGrpSpPr/>
          <p:nvPr/>
        </p:nvGrpSpPr>
        <p:grpSpPr>
          <a:xfrm>
            <a:off x="1937507" y="2565475"/>
            <a:ext cx="524628" cy="815863"/>
            <a:chOff x="1241110" y="1688536"/>
            <a:chExt cx="524628" cy="81586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A4E8B35-2496-A970-20A7-6432711A835A}"/>
                </a:ext>
              </a:extLst>
            </p:cNvPr>
            <p:cNvGrpSpPr/>
            <p:nvPr/>
          </p:nvGrpSpPr>
          <p:grpSpPr>
            <a:xfrm>
              <a:off x="1241110" y="1974668"/>
              <a:ext cx="524628" cy="240387"/>
              <a:chOff x="902752" y="2750748"/>
              <a:chExt cx="982230" cy="44911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98274DF-BA4B-9519-5EC0-687E0A4380BD}"/>
                  </a:ext>
                </a:extLst>
              </p:cNvPr>
              <p:cNvSpPr/>
              <p:nvPr/>
            </p:nvSpPr>
            <p:spPr>
              <a:xfrm>
                <a:off x="1260610" y="2750748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Isosceles Triangle 38">
                <a:extLst>
                  <a:ext uri="{FF2B5EF4-FFF2-40B4-BE49-F238E27FC236}">
                    <a16:creationId xmlns:a16="http://schemas.microsoft.com/office/drawing/2014/main" id="{2F389022-873B-397C-1C87-D84789FF6B2E}"/>
                  </a:ext>
                </a:extLst>
              </p:cNvPr>
              <p:cNvSpPr/>
              <p:nvPr/>
            </p:nvSpPr>
            <p:spPr>
              <a:xfrm rot="5400000">
                <a:off x="948591" y="2796375"/>
                <a:ext cx="266180" cy="357857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F91C77A-4E51-27B9-6C8C-05576895FD68}"/>
                </a:ext>
              </a:extLst>
            </p:cNvPr>
            <p:cNvGrpSpPr/>
            <p:nvPr/>
          </p:nvGrpSpPr>
          <p:grpSpPr>
            <a:xfrm>
              <a:off x="1241110" y="1688536"/>
              <a:ext cx="524627" cy="240387"/>
              <a:chOff x="902753" y="2711017"/>
              <a:chExt cx="982229" cy="44911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7FC4DEC-069A-003C-E908-108B2012DE5A}"/>
                  </a:ext>
                </a:extLst>
              </p:cNvPr>
              <p:cNvSpPr/>
              <p:nvPr/>
            </p:nvSpPr>
            <p:spPr>
              <a:xfrm>
                <a:off x="1260610" y="2711017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Isosceles Triangle 38">
                <a:extLst>
                  <a:ext uri="{FF2B5EF4-FFF2-40B4-BE49-F238E27FC236}">
                    <a16:creationId xmlns:a16="http://schemas.microsoft.com/office/drawing/2014/main" id="{A5B0C2E3-1269-833A-C6FF-E2DCE735E182}"/>
                  </a:ext>
                </a:extLst>
              </p:cNvPr>
              <p:cNvSpPr/>
              <p:nvPr/>
            </p:nvSpPr>
            <p:spPr>
              <a:xfrm rot="5400000">
                <a:off x="948591" y="2756645"/>
                <a:ext cx="266179" cy="357856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AE0C0DF-B04E-94D6-5385-4A30813B6410}"/>
                </a:ext>
              </a:extLst>
            </p:cNvPr>
            <p:cNvGrpSpPr/>
            <p:nvPr/>
          </p:nvGrpSpPr>
          <p:grpSpPr>
            <a:xfrm>
              <a:off x="1241110" y="2264012"/>
              <a:ext cx="524628" cy="240387"/>
              <a:chOff x="902752" y="2750748"/>
              <a:chExt cx="982230" cy="44911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384D396-730F-F6B7-7E4B-B1D04E5A30DF}"/>
                  </a:ext>
                </a:extLst>
              </p:cNvPr>
              <p:cNvSpPr/>
              <p:nvPr/>
            </p:nvSpPr>
            <p:spPr>
              <a:xfrm>
                <a:off x="1260610" y="2750748"/>
                <a:ext cx="624372" cy="44911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Isosceles Triangle 38">
                <a:extLst>
                  <a:ext uri="{FF2B5EF4-FFF2-40B4-BE49-F238E27FC236}">
                    <a16:creationId xmlns:a16="http://schemas.microsoft.com/office/drawing/2014/main" id="{E67A5355-E0FF-26ED-07E9-23D13CA26D1D}"/>
                  </a:ext>
                </a:extLst>
              </p:cNvPr>
              <p:cNvSpPr/>
              <p:nvPr/>
            </p:nvSpPr>
            <p:spPr>
              <a:xfrm rot="5400000">
                <a:off x="948591" y="2796375"/>
                <a:ext cx="266180" cy="357857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BBF7C98-1B0F-CFB4-55EA-D952F0D53FCC}"/>
              </a:ext>
            </a:extLst>
          </p:cNvPr>
          <p:cNvCxnSpPr>
            <a:cxnSpLocks/>
            <a:stCxn id="20" idx="3"/>
            <a:endCxn id="4" idx="1"/>
          </p:cNvCxnSpPr>
          <p:nvPr/>
        </p:nvCxnSpPr>
        <p:spPr>
          <a:xfrm flipV="1">
            <a:off x="2462135" y="2971800"/>
            <a:ext cx="2811430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EBCA473-93C4-427C-3FF8-CF8805D0DCA9}"/>
              </a:ext>
            </a:extLst>
          </p:cNvPr>
          <p:cNvCxnSpPr>
            <a:cxnSpLocks/>
            <a:stCxn id="9" idx="1"/>
            <a:endCxn id="18" idx="3"/>
          </p:cNvCxnSpPr>
          <p:nvPr/>
        </p:nvCxnSpPr>
        <p:spPr>
          <a:xfrm flipH="1">
            <a:off x="2462134" y="2054522"/>
            <a:ext cx="648958" cy="6311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A325CC3F-D3FD-6CFF-80C7-65030DE25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005" y="3528208"/>
            <a:ext cx="1165189" cy="701586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F4E164F-B311-C305-2AB3-721042143883}"/>
              </a:ext>
            </a:extLst>
          </p:cNvPr>
          <p:cNvCxnSpPr>
            <a:cxnSpLocks/>
          </p:cNvCxnSpPr>
          <p:nvPr/>
        </p:nvCxnSpPr>
        <p:spPr>
          <a:xfrm flipH="1">
            <a:off x="2599843" y="2511722"/>
            <a:ext cx="510338" cy="10851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3E2C0ED-142A-F3EE-4EFA-EDD160596722}"/>
              </a:ext>
            </a:extLst>
          </p:cNvPr>
          <p:cNvCxnSpPr>
            <a:cxnSpLocks/>
            <a:stCxn id="28" idx="3"/>
            <a:endCxn id="11" idx="1"/>
          </p:cNvCxnSpPr>
          <p:nvPr/>
        </p:nvCxnSpPr>
        <p:spPr>
          <a:xfrm>
            <a:off x="2742194" y="3879001"/>
            <a:ext cx="369804" cy="43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756EDDA-876C-29CB-AA60-CBFBFF4DD639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2462135" y="3261145"/>
            <a:ext cx="648957" cy="1649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6D3FC19-0328-D717-E860-6BDE032AB5FA}"/>
              </a:ext>
            </a:extLst>
          </p:cNvPr>
          <p:cNvCxnSpPr>
            <a:cxnSpLocks/>
          </p:cNvCxnSpPr>
          <p:nvPr/>
        </p:nvCxnSpPr>
        <p:spPr>
          <a:xfrm>
            <a:off x="3946629" y="811740"/>
            <a:ext cx="0" cy="777267"/>
          </a:xfrm>
          <a:prstGeom prst="straightConnector1">
            <a:avLst/>
          </a:prstGeom>
          <a:ln w="19050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6DEDE40-F895-080C-4684-16F976B03598}"/>
              </a:ext>
            </a:extLst>
          </p:cNvPr>
          <p:cNvCxnSpPr>
            <a:cxnSpLocks/>
          </p:cNvCxnSpPr>
          <p:nvPr/>
        </p:nvCxnSpPr>
        <p:spPr>
          <a:xfrm flipH="1">
            <a:off x="3946629" y="811740"/>
            <a:ext cx="5913748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24F24B0-765C-0F6D-53A4-29F95C91802D}"/>
              </a:ext>
            </a:extLst>
          </p:cNvPr>
          <p:cNvSpPr txBox="1"/>
          <p:nvPr/>
        </p:nvSpPr>
        <p:spPr>
          <a:xfrm>
            <a:off x="9304078" y="444180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Synch API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84F59A8-D6A4-6DCA-AAE1-F73F367583B4}"/>
              </a:ext>
            </a:extLst>
          </p:cNvPr>
          <p:cNvCxnSpPr>
            <a:cxnSpLocks/>
          </p:cNvCxnSpPr>
          <p:nvPr/>
        </p:nvCxnSpPr>
        <p:spPr>
          <a:xfrm>
            <a:off x="4756229" y="3882434"/>
            <a:ext cx="5157992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AD62DB5-2C16-5C10-E67F-4D3BA4D383F4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6918434" y="2968922"/>
            <a:ext cx="575860" cy="287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91EF19D-BEF4-B1A1-3C24-B2EAC8888C70}"/>
              </a:ext>
            </a:extLst>
          </p:cNvPr>
          <p:cNvCxnSpPr>
            <a:cxnSpLocks/>
          </p:cNvCxnSpPr>
          <p:nvPr/>
        </p:nvCxnSpPr>
        <p:spPr>
          <a:xfrm>
            <a:off x="9139163" y="2968922"/>
            <a:ext cx="77505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B55BC94-31C3-336B-9DC1-B30948DE78D8}"/>
              </a:ext>
            </a:extLst>
          </p:cNvPr>
          <p:cNvSpPr/>
          <p:nvPr/>
        </p:nvSpPr>
        <p:spPr>
          <a:xfrm>
            <a:off x="5273565" y="2514600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Capture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164B6F5-2E93-2E21-0B9B-44514B420713}"/>
              </a:ext>
            </a:extLst>
          </p:cNvPr>
          <p:cNvSpPr/>
          <p:nvPr/>
        </p:nvSpPr>
        <p:spPr>
          <a:xfrm>
            <a:off x="7756687" y="1654933"/>
            <a:ext cx="1112486" cy="5085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Timing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08C4D61-B1F0-A8A3-FEFC-6E4198F4F469}"/>
              </a:ext>
            </a:extLst>
          </p:cNvPr>
          <p:cNvCxnSpPr>
            <a:cxnSpLocks/>
            <a:stCxn id="95" idx="3"/>
          </p:cNvCxnSpPr>
          <p:nvPr/>
        </p:nvCxnSpPr>
        <p:spPr>
          <a:xfrm>
            <a:off x="8869173" y="1909220"/>
            <a:ext cx="728229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EE09CD6-A427-B619-6219-CA05006D0402}"/>
              </a:ext>
            </a:extLst>
          </p:cNvPr>
          <p:cNvSpPr txBox="1"/>
          <p:nvPr/>
        </p:nvSpPr>
        <p:spPr>
          <a:xfrm>
            <a:off x="9597402" y="3561037"/>
            <a:ext cx="1644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Temp API</a:t>
            </a:r>
          </a:p>
          <a:p>
            <a:pPr algn="ctr"/>
            <a:r>
              <a:rPr lang="en-US" dirty="0"/>
              <a:t>Pose API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D9534F7-70AC-F183-8E62-B0235AC13246}"/>
              </a:ext>
            </a:extLst>
          </p:cNvPr>
          <p:cNvCxnSpPr>
            <a:cxnSpLocks/>
          </p:cNvCxnSpPr>
          <p:nvPr/>
        </p:nvCxnSpPr>
        <p:spPr>
          <a:xfrm flipV="1">
            <a:off x="9601200" y="811740"/>
            <a:ext cx="0" cy="1097480"/>
          </a:xfrm>
          <a:prstGeom prst="straightConnector1">
            <a:avLst/>
          </a:prstGeom>
          <a:ln w="19050">
            <a:solidFill>
              <a:schemeClr val="tx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1D6E98F-EA22-50E1-39E9-6D11F1046333}"/>
              </a:ext>
            </a:extLst>
          </p:cNvPr>
          <p:cNvSpPr txBox="1"/>
          <p:nvPr/>
        </p:nvSpPr>
        <p:spPr>
          <a:xfrm>
            <a:off x="9592160" y="2844599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 API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1B3A24F-90D0-B20D-C631-D39496538B94}"/>
              </a:ext>
            </a:extLst>
          </p:cNvPr>
          <p:cNvCxnSpPr>
            <a:cxnSpLocks/>
          </p:cNvCxnSpPr>
          <p:nvPr/>
        </p:nvCxnSpPr>
        <p:spPr>
          <a:xfrm flipH="1">
            <a:off x="9139163" y="3104214"/>
            <a:ext cx="775058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2B5473E-19D8-F6F7-0484-EBA4D4D3412D}"/>
              </a:ext>
            </a:extLst>
          </p:cNvPr>
          <p:cNvCxnSpPr>
            <a:cxnSpLocks/>
          </p:cNvCxnSpPr>
          <p:nvPr/>
        </p:nvCxnSpPr>
        <p:spPr>
          <a:xfrm>
            <a:off x="9259113" y="2499738"/>
            <a:ext cx="65555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EDF7CF0-BED8-980B-23F8-A751AF749944}"/>
              </a:ext>
            </a:extLst>
          </p:cNvPr>
          <p:cNvSpPr txBox="1"/>
          <p:nvPr/>
        </p:nvSpPr>
        <p:spPr>
          <a:xfrm>
            <a:off x="9508478" y="2128234"/>
            <a:ext cx="1483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Control API</a:t>
            </a:r>
          </a:p>
        </p:txBody>
      </p:sp>
    </p:spTree>
    <p:extLst>
      <p:ext uri="{BB962C8B-B14F-4D97-AF65-F5344CB8AC3E}">
        <p14:creationId xmlns:p14="http://schemas.microsoft.com/office/powerpoint/2010/main" val="2284066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29DEE-5E36-A255-DFAE-548F4774B9C5}"/>
              </a:ext>
            </a:extLst>
          </p:cNvPr>
          <p:cNvSpPr/>
          <p:nvPr/>
        </p:nvSpPr>
        <p:spPr>
          <a:xfrm>
            <a:off x="487551" y="2521440"/>
            <a:ext cx="2669552" cy="12684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Core Module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8EFFA2-FCAF-3F44-ED10-A14FE4CA0674}"/>
              </a:ext>
            </a:extLst>
          </p:cNvPr>
          <p:cNvSpPr txBox="1"/>
          <p:nvPr/>
        </p:nvSpPr>
        <p:spPr>
          <a:xfrm>
            <a:off x="2955543" y="2295965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Synch 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031C10-55FB-E033-8C11-B90552F82719}"/>
              </a:ext>
            </a:extLst>
          </p:cNvPr>
          <p:cNvSpPr/>
          <p:nvPr/>
        </p:nvSpPr>
        <p:spPr>
          <a:xfrm>
            <a:off x="8712967" y="2515256"/>
            <a:ext cx="2669552" cy="12684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Render/Analysis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Module(s)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7F5F8A-59C0-17B8-4B01-56DC3FE71E50}"/>
              </a:ext>
            </a:extLst>
          </p:cNvPr>
          <p:cNvSpPr txBox="1"/>
          <p:nvPr/>
        </p:nvSpPr>
        <p:spPr>
          <a:xfrm>
            <a:off x="2946460" y="2635907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 API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FABF42-B1AD-A15F-E66F-B871D2D0EDC6}"/>
              </a:ext>
            </a:extLst>
          </p:cNvPr>
          <p:cNvSpPr txBox="1"/>
          <p:nvPr/>
        </p:nvSpPr>
        <p:spPr>
          <a:xfrm>
            <a:off x="3103023" y="3335888"/>
            <a:ext cx="1287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Temp API</a:t>
            </a:r>
          </a:p>
          <a:p>
            <a:pPr algn="ctr"/>
            <a:r>
              <a:rPr lang="en-US" dirty="0"/>
              <a:t>Pose API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C2E60D-FB0F-D62C-5E78-F21B8C54FEA1}"/>
              </a:ext>
            </a:extLst>
          </p:cNvPr>
          <p:cNvCxnSpPr>
            <a:cxnSpLocks/>
          </p:cNvCxnSpPr>
          <p:nvPr/>
        </p:nvCxnSpPr>
        <p:spPr>
          <a:xfrm flipH="1">
            <a:off x="3157103" y="2610053"/>
            <a:ext cx="5542391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7888F36-E3BF-25A0-458B-AB6096B18FA0}"/>
              </a:ext>
            </a:extLst>
          </p:cNvPr>
          <p:cNvSpPr/>
          <p:nvPr/>
        </p:nvSpPr>
        <p:spPr>
          <a:xfrm>
            <a:off x="8881447" y="2327165"/>
            <a:ext cx="2669552" cy="12684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Render/Analysis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Module(s)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A3656AD-8A4B-DAFF-8DD0-B49F73B61608}"/>
              </a:ext>
            </a:extLst>
          </p:cNvPr>
          <p:cNvCxnSpPr>
            <a:cxnSpLocks/>
          </p:cNvCxnSpPr>
          <p:nvPr/>
        </p:nvCxnSpPr>
        <p:spPr>
          <a:xfrm>
            <a:off x="3157103" y="3050837"/>
            <a:ext cx="5542391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0EC85CC-A3A0-4027-0CFE-91C17F2A54A9}"/>
              </a:ext>
            </a:extLst>
          </p:cNvPr>
          <p:cNvCxnSpPr>
            <a:cxnSpLocks/>
          </p:cNvCxnSpPr>
          <p:nvPr/>
        </p:nvCxnSpPr>
        <p:spPr>
          <a:xfrm>
            <a:off x="3157103" y="2961401"/>
            <a:ext cx="5542391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7FA5B1-9C44-EA1E-4366-47BA5E69124D}"/>
              </a:ext>
            </a:extLst>
          </p:cNvPr>
          <p:cNvCxnSpPr>
            <a:cxnSpLocks/>
          </p:cNvCxnSpPr>
          <p:nvPr/>
        </p:nvCxnSpPr>
        <p:spPr>
          <a:xfrm flipH="1">
            <a:off x="3157103" y="3651324"/>
            <a:ext cx="5542391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201AB9D-1E19-C07E-3AE7-5289694EAC31}"/>
              </a:ext>
            </a:extLst>
          </p:cNvPr>
          <p:cNvCxnSpPr>
            <a:cxnSpLocks/>
          </p:cNvCxnSpPr>
          <p:nvPr/>
        </p:nvCxnSpPr>
        <p:spPr>
          <a:xfrm>
            <a:off x="9714271" y="3790239"/>
            <a:ext cx="0" cy="269205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10C116C-2C99-B8F1-63FC-97711F3DE570}"/>
              </a:ext>
            </a:extLst>
          </p:cNvPr>
          <p:cNvCxnSpPr>
            <a:cxnSpLocks/>
          </p:cNvCxnSpPr>
          <p:nvPr/>
        </p:nvCxnSpPr>
        <p:spPr>
          <a:xfrm>
            <a:off x="2630703" y="3782857"/>
            <a:ext cx="4344" cy="276587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70C38A3-32B6-67D4-6953-0A48DA908798}"/>
              </a:ext>
            </a:extLst>
          </p:cNvPr>
          <p:cNvCxnSpPr>
            <a:cxnSpLocks/>
          </p:cNvCxnSpPr>
          <p:nvPr/>
        </p:nvCxnSpPr>
        <p:spPr>
          <a:xfrm flipH="1" flipV="1">
            <a:off x="2630703" y="4059444"/>
            <a:ext cx="7083568" cy="870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7BC9C4C-ECBE-BAA6-5744-58A8CD3E9EA1}"/>
              </a:ext>
            </a:extLst>
          </p:cNvPr>
          <p:cNvSpPr txBox="1"/>
          <p:nvPr/>
        </p:nvSpPr>
        <p:spPr>
          <a:xfrm>
            <a:off x="1235900" y="3748393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Control 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02B6F0-814C-070F-DC43-45A6799C65B8}"/>
              </a:ext>
            </a:extLst>
          </p:cNvPr>
          <p:cNvSpPr/>
          <p:nvPr/>
        </p:nvSpPr>
        <p:spPr>
          <a:xfrm>
            <a:off x="4546332" y="2362283"/>
            <a:ext cx="2669552" cy="18313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Storage Module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8A7480-5182-AF0A-49ED-5E0A7476C061}"/>
              </a:ext>
            </a:extLst>
          </p:cNvPr>
          <p:cNvSpPr txBox="1"/>
          <p:nvPr/>
        </p:nvSpPr>
        <p:spPr>
          <a:xfrm>
            <a:off x="7215884" y="3030790"/>
            <a:ext cx="2056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Storage API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8710D69-E043-9A4D-E6DB-E39F0D108F0B}"/>
              </a:ext>
            </a:extLst>
          </p:cNvPr>
          <p:cNvCxnSpPr>
            <a:cxnSpLocks/>
          </p:cNvCxnSpPr>
          <p:nvPr/>
        </p:nvCxnSpPr>
        <p:spPr>
          <a:xfrm flipH="1">
            <a:off x="7210067" y="3354630"/>
            <a:ext cx="1489427" cy="0"/>
          </a:xfrm>
          <a:prstGeom prst="straightConnector1">
            <a:avLst/>
          </a:prstGeom>
          <a:ln w="50800">
            <a:solidFill>
              <a:schemeClr val="tx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024075-F2B2-A93F-6D01-3DEF7704FD50}"/>
              </a:ext>
            </a:extLst>
          </p:cNvPr>
          <p:cNvCxnSpPr>
            <a:cxnSpLocks/>
          </p:cNvCxnSpPr>
          <p:nvPr/>
        </p:nvCxnSpPr>
        <p:spPr>
          <a:xfrm>
            <a:off x="7210067" y="3446585"/>
            <a:ext cx="1502900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76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29E890C-0183-038E-E373-E0BFA9A84183}"/>
              </a:ext>
            </a:extLst>
          </p:cNvPr>
          <p:cNvSpPr/>
          <p:nvPr/>
        </p:nvSpPr>
        <p:spPr>
          <a:xfrm>
            <a:off x="2435189" y="1190515"/>
            <a:ext cx="7898993" cy="41258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Render 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F35ED6-A4FA-B35D-4E69-4CFB7995A014}"/>
              </a:ext>
            </a:extLst>
          </p:cNvPr>
          <p:cNvSpPr/>
          <p:nvPr/>
        </p:nvSpPr>
        <p:spPr>
          <a:xfrm>
            <a:off x="8297919" y="3623444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Display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5FB94E-B585-5813-31AC-F7214FB1138B}"/>
              </a:ext>
            </a:extLst>
          </p:cNvPr>
          <p:cNvSpPr/>
          <p:nvPr/>
        </p:nvSpPr>
        <p:spPr>
          <a:xfrm>
            <a:off x="6361803" y="3623444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Composite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6DEDE40-F895-080C-4684-16F976B03598}"/>
              </a:ext>
            </a:extLst>
          </p:cNvPr>
          <p:cNvCxnSpPr>
            <a:cxnSpLocks/>
          </p:cNvCxnSpPr>
          <p:nvPr/>
        </p:nvCxnSpPr>
        <p:spPr>
          <a:xfrm flipH="1">
            <a:off x="1857551" y="852683"/>
            <a:ext cx="7415203" cy="6824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24F24B0-765C-0F6D-53A4-29F95C91802D}"/>
              </a:ext>
            </a:extLst>
          </p:cNvPr>
          <p:cNvSpPr txBox="1"/>
          <p:nvPr/>
        </p:nvSpPr>
        <p:spPr>
          <a:xfrm>
            <a:off x="1090919" y="804396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Synch API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84F59A8-D6A4-6DCA-AAE1-F73F367583B4}"/>
              </a:ext>
            </a:extLst>
          </p:cNvPr>
          <p:cNvCxnSpPr>
            <a:cxnSpLocks/>
          </p:cNvCxnSpPr>
          <p:nvPr/>
        </p:nvCxnSpPr>
        <p:spPr>
          <a:xfrm flipV="1">
            <a:off x="2183480" y="5625079"/>
            <a:ext cx="5153158" cy="13094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91EF19D-BEF4-B1A1-3C24-B2EAC8888C70}"/>
              </a:ext>
            </a:extLst>
          </p:cNvPr>
          <p:cNvCxnSpPr>
            <a:cxnSpLocks/>
          </p:cNvCxnSpPr>
          <p:nvPr/>
        </p:nvCxnSpPr>
        <p:spPr>
          <a:xfrm>
            <a:off x="1838359" y="1857280"/>
            <a:ext cx="5498279" cy="27557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F66F3B6-6225-B466-4397-2C8C84811A18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3459226" y="3371687"/>
            <a:ext cx="1" cy="3551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A164B6F5-2E93-2E21-0B9B-44514B420713}"/>
              </a:ext>
            </a:extLst>
          </p:cNvPr>
          <p:cNvSpPr/>
          <p:nvPr/>
        </p:nvSpPr>
        <p:spPr>
          <a:xfrm>
            <a:off x="8716511" y="2099675"/>
            <a:ext cx="1112486" cy="5085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Timing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E09CD6-A427-B619-6219-CA05006D0402}"/>
              </a:ext>
            </a:extLst>
          </p:cNvPr>
          <p:cNvSpPr txBox="1"/>
          <p:nvPr/>
        </p:nvSpPr>
        <p:spPr>
          <a:xfrm>
            <a:off x="1109328" y="5163658"/>
            <a:ext cx="1216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Temp API</a:t>
            </a:r>
          </a:p>
          <a:p>
            <a:pPr algn="ctr"/>
            <a:r>
              <a:rPr lang="en-US" dirty="0"/>
              <a:t>Pose API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D6E98F-EA22-50E1-39E9-6D11F1046333}"/>
              </a:ext>
            </a:extLst>
          </p:cNvPr>
          <p:cNvSpPr txBox="1"/>
          <p:nvPr/>
        </p:nvSpPr>
        <p:spPr>
          <a:xfrm>
            <a:off x="1286430" y="1884837"/>
            <a:ext cx="125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 API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9CA599-A469-2A0B-73C8-D1FCB30829B4}"/>
              </a:ext>
            </a:extLst>
          </p:cNvPr>
          <p:cNvSpPr/>
          <p:nvPr/>
        </p:nvSpPr>
        <p:spPr>
          <a:xfrm>
            <a:off x="8450319" y="3775844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Display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314C8F-1F51-209F-15F6-B8926FB89D84}"/>
              </a:ext>
            </a:extLst>
          </p:cNvPr>
          <p:cNvSpPr/>
          <p:nvPr/>
        </p:nvSpPr>
        <p:spPr>
          <a:xfrm>
            <a:off x="3224948" y="3731146"/>
            <a:ext cx="1644869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Tone Map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C133657-046D-494E-45FD-8EDAD94A6DE1}"/>
              </a:ext>
            </a:extLst>
          </p:cNvPr>
          <p:cNvCxnSpPr>
            <a:cxnSpLocks/>
          </p:cNvCxnSpPr>
          <p:nvPr/>
        </p:nvCxnSpPr>
        <p:spPr>
          <a:xfrm>
            <a:off x="2579606" y="2069502"/>
            <a:ext cx="555697" cy="180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F278C50-33C3-AAA3-FC79-12727574F54C}"/>
              </a:ext>
            </a:extLst>
          </p:cNvPr>
          <p:cNvCxnSpPr>
            <a:cxnSpLocks/>
          </p:cNvCxnSpPr>
          <p:nvPr/>
        </p:nvCxnSpPr>
        <p:spPr>
          <a:xfrm>
            <a:off x="5849368" y="1857280"/>
            <a:ext cx="0" cy="5966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F465140-2B54-4558-3963-4462782C3F17}"/>
              </a:ext>
            </a:extLst>
          </p:cNvPr>
          <p:cNvCxnSpPr>
            <a:cxnSpLocks/>
            <a:stCxn id="95" idx="0"/>
          </p:cNvCxnSpPr>
          <p:nvPr/>
        </p:nvCxnSpPr>
        <p:spPr>
          <a:xfrm flipV="1">
            <a:off x="9272754" y="852683"/>
            <a:ext cx="0" cy="124699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574B131A-864F-B612-F655-B4292238E0AF}"/>
              </a:ext>
            </a:extLst>
          </p:cNvPr>
          <p:cNvSpPr/>
          <p:nvPr/>
        </p:nvSpPr>
        <p:spPr>
          <a:xfrm>
            <a:off x="6514203" y="3775844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Composite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BFEB56B-9174-3D01-7914-137CF5D2CB2F}"/>
              </a:ext>
            </a:extLst>
          </p:cNvPr>
          <p:cNvCxnSpPr>
            <a:cxnSpLocks/>
          </p:cNvCxnSpPr>
          <p:nvPr/>
        </p:nvCxnSpPr>
        <p:spPr>
          <a:xfrm flipH="1" flipV="1">
            <a:off x="1832527" y="2301626"/>
            <a:ext cx="6245347" cy="6463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AA68F63-F387-6D1B-5571-854AEF2B225C}"/>
              </a:ext>
            </a:extLst>
          </p:cNvPr>
          <p:cNvCxnSpPr>
            <a:cxnSpLocks/>
          </p:cNvCxnSpPr>
          <p:nvPr/>
        </p:nvCxnSpPr>
        <p:spPr>
          <a:xfrm flipV="1">
            <a:off x="5758706" y="2308089"/>
            <a:ext cx="0" cy="153511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F6E5450-BAE6-1CAD-F330-0A4C30EC8D45}"/>
              </a:ext>
            </a:extLst>
          </p:cNvPr>
          <p:cNvCxnSpPr>
            <a:cxnSpLocks/>
          </p:cNvCxnSpPr>
          <p:nvPr/>
        </p:nvCxnSpPr>
        <p:spPr>
          <a:xfrm flipV="1">
            <a:off x="8077874" y="2308089"/>
            <a:ext cx="0" cy="1467755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C5BC932-48F8-43FF-58EB-CDDA7B594701}"/>
              </a:ext>
            </a:extLst>
          </p:cNvPr>
          <p:cNvCxnSpPr>
            <a:cxnSpLocks/>
          </p:cNvCxnSpPr>
          <p:nvPr/>
        </p:nvCxnSpPr>
        <p:spPr>
          <a:xfrm flipV="1">
            <a:off x="5692008" y="3380924"/>
            <a:ext cx="0" cy="22572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A34A270-2DAA-BE9C-7837-6DC8602286F4}"/>
              </a:ext>
            </a:extLst>
          </p:cNvPr>
          <p:cNvCxnSpPr>
            <a:cxnSpLocks/>
            <a:endCxn id="83" idx="2"/>
          </p:cNvCxnSpPr>
          <p:nvPr/>
        </p:nvCxnSpPr>
        <p:spPr>
          <a:xfrm flipV="1">
            <a:off x="7336638" y="4690244"/>
            <a:ext cx="0" cy="9348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BEFE910-F98B-6D32-2F20-D931782619D7}"/>
              </a:ext>
            </a:extLst>
          </p:cNvPr>
          <p:cNvCxnSpPr>
            <a:cxnSpLocks/>
          </p:cNvCxnSpPr>
          <p:nvPr/>
        </p:nvCxnSpPr>
        <p:spPr>
          <a:xfrm flipV="1">
            <a:off x="9942788" y="3478658"/>
            <a:ext cx="600108" cy="144786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C1A7AAC2-FE8A-6F08-483A-F7B132DB0C75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10095188" y="4233044"/>
            <a:ext cx="546065" cy="30480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6DF4CC2-0398-40E6-9E5B-40F0D5C44158}"/>
              </a:ext>
            </a:extLst>
          </p:cNvPr>
          <p:cNvCxnSpPr>
            <a:cxnSpLocks/>
            <a:stCxn id="83" idx="3"/>
            <a:endCxn id="33" idx="1"/>
          </p:cNvCxnSpPr>
          <p:nvPr/>
        </p:nvCxnSpPr>
        <p:spPr>
          <a:xfrm>
            <a:off x="8159072" y="4233044"/>
            <a:ext cx="291247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90A4EECF-D9CB-8693-86B8-AE3D7565FDAE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7336638" y="1884837"/>
            <a:ext cx="0" cy="18910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E374CABC-5630-BC72-AE8C-C65BA1B520F3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5916764" y="3392787"/>
            <a:ext cx="597436" cy="6610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983887A3-21D5-6BF0-3F68-AD539A7ED6F3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869817" y="4188346"/>
            <a:ext cx="1644383" cy="1968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34F9859D-F069-C423-DEB7-526466B3DF8A}"/>
              </a:ext>
            </a:extLst>
          </p:cNvPr>
          <p:cNvCxnSpPr>
            <a:cxnSpLocks/>
            <a:stCxn id="95" idx="2"/>
            <a:endCxn id="33" idx="0"/>
          </p:cNvCxnSpPr>
          <p:nvPr/>
        </p:nvCxnSpPr>
        <p:spPr>
          <a:xfrm>
            <a:off x="9272754" y="2608249"/>
            <a:ext cx="0" cy="116759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19ED3B23-29B3-5922-20A7-FD20C2AC4F18}"/>
              </a:ext>
            </a:extLst>
          </p:cNvPr>
          <p:cNvCxnSpPr>
            <a:cxnSpLocks/>
          </p:cNvCxnSpPr>
          <p:nvPr/>
        </p:nvCxnSpPr>
        <p:spPr>
          <a:xfrm flipH="1" flipV="1">
            <a:off x="4018258" y="4645546"/>
            <a:ext cx="10121" cy="7350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F717AC-09D6-4C98-E8E4-D9D1545ECD2E}"/>
              </a:ext>
            </a:extLst>
          </p:cNvPr>
          <p:cNvCxnSpPr>
            <a:cxnSpLocks/>
          </p:cNvCxnSpPr>
          <p:nvPr/>
        </p:nvCxnSpPr>
        <p:spPr>
          <a:xfrm>
            <a:off x="3580028" y="2192850"/>
            <a:ext cx="0" cy="2756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AA3029F8-61C5-EF91-9626-B60477206507}"/>
              </a:ext>
            </a:extLst>
          </p:cNvPr>
          <p:cNvGrpSpPr/>
          <p:nvPr/>
        </p:nvGrpSpPr>
        <p:grpSpPr>
          <a:xfrm>
            <a:off x="10651533" y="3927134"/>
            <a:ext cx="698183" cy="1189486"/>
            <a:chOff x="10655878" y="2995978"/>
            <a:chExt cx="698183" cy="1189486"/>
          </a:xfrm>
        </p:grpSpPr>
        <p:pic>
          <p:nvPicPr>
            <p:cNvPr id="4" name="Picture 3" descr="A pair of monitors with joysticks&#10;&#10;Description automatically generated">
              <a:extLst>
                <a:ext uri="{FF2B5EF4-FFF2-40B4-BE49-F238E27FC236}">
                  <a16:creationId xmlns:a16="http://schemas.microsoft.com/office/drawing/2014/main" id="{0481C936-3E79-D9C1-0199-EF259755A3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380" b="48368"/>
            <a:stretch/>
          </p:blipFill>
          <p:spPr>
            <a:xfrm>
              <a:off x="10655878" y="2995978"/>
              <a:ext cx="698183" cy="59966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F612A0E-953A-A854-A0AC-63EEBCEF6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29418" y="3649249"/>
              <a:ext cx="624643" cy="536215"/>
            </a:xfrm>
            <a:prstGeom prst="rect">
              <a:avLst/>
            </a:prstGeom>
          </p:spPr>
        </p:pic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EDD46E5-D85B-E9A9-3159-9C6E3FA673FF}"/>
              </a:ext>
            </a:extLst>
          </p:cNvPr>
          <p:cNvCxnSpPr>
            <a:cxnSpLocks/>
          </p:cNvCxnSpPr>
          <p:nvPr/>
        </p:nvCxnSpPr>
        <p:spPr>
          <a:xfrm>
            <a:off x="1778092" y="3241239"/>
            <a:ext cx="65555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F1624C6-61EC-DA9F-2BD7-1B7C9F555EC3}"/>
              </a:ext>
            </a:extLst>
          </p:cNvPr>
          <p:cNvSpPr txBox="1"/>
          <p:nvPr/>
        </p:nvSpPr>
        <p:spPr>
          <a:xfrm>
            <a:off x="958592" y="2878986"/>
            <a:ext cx="1708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Control API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A0FE132-EDA3-FFE0-44B1-6537D7EECB9D}"/>
              </a:ext>
            </a:extLst>
          </p:cNvPr>
          <p:cNvCxnSpPr>
            <a:cxnSpLocks/>
          </p:cNvCxnSpPr>
          <p:nvPr/>
        </p:nvCxnSpPr>
        <p:spPr>
          <a:xfrm>
            <a:off x="2183480" y="5380594"/>
            <a:ext cx="1844899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87FCEA-CCE9-4152-7E0D-3E01CF3E219E}"/>
              </a:ext>
            </a:extLst>
          </p:cNvPr>
          <p:cNvCxnSpPr>
            <a:cxnSpLocks/>
          </p:cNvCxnSpPr>
          <p:nvPr/>
        </p:nvCxnSpPr>
        <p:spPr>
          <a:xfrm>
            <a:off x="4472031" y="2194981"/>
            <a:ext cx="0" cy="15283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6200F0B-F610-7ED9-21A3-7A030B6170F9}"/>
              </a:ext>
            </a:extLst>
          </p:cNvPr>
          <p:cNvSpPr/>
          <p:nvPr/>
        </p:nvSpPr>
        <p:spPr>
          <a:xfrm>
            <a:off x="2636792" y="2457287"/>
            <a:ext cx="1644869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Histograms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F0DB536-0748-EE36-706E-635D372E1A0B}"/>
              </a:ext>
            </a:extLst>
          </p:cNvPr>
          <p:cNvSpPr/>
          <p:nvPr/>
        </p:nvSpPr>
        <p:spPr>
          <a:xfrm>
            <a:off x="5094329" y="2478387"/>
            <a:ext cx="1644869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Depth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7C77534-561D-8677-2DE1-F95710E5997B}"/>
              </a:ext>
            </a:extLst>
          </p:cNvPr>
          <p:cNvCxnSpPr>
            <a:cxnSpLocks/>
          </p:cNvCxnSpPr>
          <p:nvPr/>
        </p:nvCxnSpPr>
        <p:spPr>
          <a:xfrm flipH="1" flipV="1">
            <a:off x="2579606" y="2069502"/>
            <a:ext cx="3768" cy="331109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3546EDCF-B3D2-CC77-DDB2-D75DFA211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3242" y="3017998"/>
            <a:ext cx="1244317" cy="72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3" name="Rectangle 172">
            <a:extLst>
              <a:ext uri="{FF2B5EF4-FFF2-40B4-BE49-F238E27FC236}">
                <a16:creationId xmlns:a16="http://schemas.microsoft.com/office/drawing/2014/main" id="{294C4BF4-7824-7274-EC6E-665E7B3E0DC8}"/>
              </a:ext>
            </a:extLst>
          </p:cNvPr>
          <p:cNvSpPr/>
          <p:nvPr/>
        </p:nvSpPr>
        <p:spPr>
          <a:xfrm>
            <a:off x="3135303" y="1298403"/>
            <a:ext cx="1644869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Non-Uniformity Correction (NUC)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75172C-249A-39A3-C699-B8F299BA5241}"/>
              </a:ext>
            </a:extLst>
          </p:cNvPr>
          <p:cNvSpPr txBox="1"/>
          <p:nvPr/>
        </p:nvSpPr>
        <p:spPr>
          <a:xfrm>
            <a:off x="978173" y="5733175"/>
            <a:ext cx="1708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Analysis API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8528F96-9AB6-689D-23FA-85603FD7E948}"/>
              </a:ext>
            </a:extLst>
          </p:cNvPr>
          <p:cNvCxnSpPr>
            <a:cxnSpLocks/>
          </p:cNvCxnSpPr>
          <p:nvPr/>
        </p:nvCxnSpPr>
        <p:spPr>
          <a:xfrm flipV="1">
            <a:off x="2433642" y="5927225"/>
            <a:ext cx="5153158" cy="13094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D4919CD-AB0D-7974-3D0C-C10E57D2E305}"/>
              </a:ext>
            </a:extLst>
          </p:cNvPr>
          <p:cNvCxnSpPr>
            <a:cxnSpLocks/>
          </p:cNvCxnSpPr>
          <p:nvPr/>
        </p:nvCxnSpPr>
        <p:spPr>
          <a:xfrm flipV="1">
            <a:off x="7586800" y="4690244"/>
            <a:ext cx="0" cy="1236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483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29E890C-0183-038E-E373-E0BFA9A84183}"/>
              </a:ext>
            </a:extLst>
          </p:cNvPr>
          <p:cNvSpPr/>
          <p:nvPr/>
        </p:nvSpPr>
        <p:spPr>
          <a:xfrm>
            <a:off x="2435189" y="1190515"/>
            <a:ext cx="7898993" cy="41258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Display Submodule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5FB94E-B585-5813-31AC-F7214FB1138B}"/>
              </a:ext>
            </a:extLst>
          </p:cNvPr>
          <p:cNvSpPr/>
          <p:nvPr/>
        </p:nvSpPr>
        <p:spPr>
          <a:xfrm>
            <a:off x="4457696" y="3558657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Predict pose at scan-out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6DEDE40-F895-080C-4684-16F976B03598}"/>
              </a:ext>
            </a:extLst>
          </p:cNvPr>
          <p:cNvCxnSpPr>
            <a:cxnSpLocks/>
          </p:cNvCxnSpPr>
          <p:nvPr/>
        </p:nvCxnSpPr>
        <p:spPr>
          <a:xfrm flipH="1" flipV="1">
            <a:off x="1857818" y="1451703"/>
            <a:ext cx="1546989" cy="10666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24F24B0-765C-0F6D-53A4-29F95C91802D}"/>
              </a:ext>
            </a:extLst>
          </p:cNvPr>
          <p:cNvSpPr txBox="1"/>
          <p:nvPr/>
        </p:nvSpPr>
        <p:spPr>
          <a:xfrm>
            <a:off x="1126723" y="1074884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Timing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84F59A8-D6A4-6DCA-AAE1-F73F367583B4}"/>
              </a:ext>
            </a:extLst>
          </p:cNvPr>
          <p:cNvCxnSpPr>
            <a:cxnSpLocks/>
          </p:cNvCxnSpPr>
          <p:nvPr/>
        </p:nvCxnSpPr>
        <p:spPr>
          <a:xfrm flipV="1">
            <a:off x="3404540" y="5177612"/>
            <a:ext cx="7678132" cy="1216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1D6E98F-EA22-50E1-39E9-6D11F1046333}"/>
              </a:ext>
            </a:extLst>
          </p:cNvPr>
          <p:cNvSpPr txBox="1"/>
          <p:nvPr/>
        </p:nvSpPr>
        <p:spPr>
          <a:xfrm>
            <a:off x="1109328" y="1884837"/>
            <a:ext cx="1430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Composite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F465140-2B54-4558-3963-4462782C3F17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3404540" y="1457030"/>
            <a:ext cx="3937" cy="1594387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574B131A-864F-B612-F655-B4292238E0AF}"/>
              </a:ext>
            </a:extLst>
          </p:cNvPr>
          <p:cNvSpPr/>
          <p:nvPr/>
        </p:nvSpPr>
        <p:spPr>
          <a:xfrm>
            <a:off x="2582530" y="411755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Read pose + velocity</a:t>
            </a: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90A4EECF-D9CB-8693-86B8-AE3D7565FDAE}"/>
              </a:ext>
            </a:extLst>
          </p:cNvPr>
          <p:cNvCxnSpPr>
            <a:cxnSpLocks/>
            <a:stCxn id="30" idx="0"/>
          </p:cNvCxnSpPr>
          <p:nvPr/>
        </p:nvCxnSpPr>
        <p:spPr>
          <a:xfrm>
            <a:off x="1824803" y="1884837"/>
            <a:ext cx="462044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19ED3B23-29B3-5922-20A7-FD20C2AC4F18}"/>
              </a:ext>
            </a:extLst>
          </p:cNvPr>
          <p:cNvCxnSpPr>
            <a:cxnSpLocks/>
            <a:endCxn id="83" idx="2"/>
          </p:cNvCxnSpPr>
          <p:nvPr/>
        </p:nvCxnSpPr>
        <p:spPr>
          <a:xfrm flipV="1">
            <a:off x="3404965" y="5031955"/>
            <a:ext cx="0" cy="1578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3546EDCF-B3D2-CC77-DDB2-D75DFA211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7859" y="4209545"/>
            <a:ext cx="1244317" cy="72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6248C3E-9053-D1FA-7C37-D3AAE034DEC1}"/>
              </a:ext>
            </a:extLst>
          </p:cNvPr>
          <p:cNvSpPr/>
          <p:nvPr/>
        </p:nvSpPr>
        <p:spPr>
          <a:xfrm>
            <a:off x="2586042" y="3051417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Find next display scan-out time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975DD9-CE20-3881-5ADB-64398C716807}"/>
              </a:ext>
            </a:extLst>
          </p:cNvPr>
          <p:cNvSpPr/>
          <p:nvPr/>
        </p:nvSpPr>
        <p:spPr>
          <a:xfrm>
            <a:off x="4457696" y="2383386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Request oversized image(s)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D03F3A1-7223-AE3C-54C3-476A73B827C8}"/>
              </a:ext>
            </a:extLst>
          </p:cNvPr>
          <p:cNvGrpSpPr/>
          <p:nvPr/>
        </p:nvGrpSpPr>
        <p:grpSpPr>
          <a:xfrm>
            <a:off x="8096447" y="1365048"/>
            <a:ext cx="2146395" cy="1550174"/>
            <a:chOff x="8096447" y="1365048"/>
            <a:chExt cx="2146395" cy="1550174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6D8DB898-D386-4A43-67CA-A7B78828C2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7967" t="9008" r="14463" b="29914"/>
            <a:stretch/>
          </p:blipFill>
          <p:spPr>
            <a:xfrm>
              <a:off x="8096447" y="1365048"/>
              <a:ext cx="2146395" cy="1550174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46CAE9C-5ED0-EBE5-4ACE-F626DF29D972}"/>
                </a:ext>
              </a:extLst>
            </p:cNvPr>
            <p:cNvSpPr/>
            <p:nvPr/>
          </p:nvSpPr>
          <p:spPr>
            <a:xfrm rot="21286910">
              <a:off x="8467368" y="1669737"/>
              <a:ext cx="1524000" cy="914400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3D89296-BE0E-4AF1-25EE-370317FB90D4}"/>
              </a:ext>
            </a:extLst>
          </p:cNvPr>
          <p:cNvGrpSpPr/>
          <p:nvPr/>
        </p:nvGrpSpPr>
        <p:grpSpPr>
          <a:xfrm>
            <a:off x="6807378" y="4046794"/>
            <a:ext cx="1674259" cy="1051354"/>
            <a:chOff x="8229730" y="3995109"/>
            <a:chExt cx="1674259" cy="1051354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FC4169E5-B840-1362-E415-FFA0DB1B52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4246" t="31662" r="11044" b="15022"/>
            <a:stretch/>
          </p:blipFill>
          <p:spPr>
            <a:xfrm>
              <a:off x="8229731" y="4007125"/>
              <a:ext cx="1664023" cy="1039338"/>
            </a:xfrm>
            <a:prstGeom prst="rect">
              <a:avLst/>
            </a:prstGeom>
          </p:spPr>
        </p:pic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DC06F30-D206-4CE5-9FA1-6D182C614D42}"/>
                </a:ext>
              </a:extLst>
            </p:cNvPr>
            <p:cNvSpPr/>
            <p:nvPr/>
          </p:nvSpPr>
          <p:spPr>
            <a:xfrm>
              <a:off x="8229730" y="3995109"/>
              <a:ext cx="1674259" cy="1051354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904CF8C-AFF6-97A2-8793-ED1A94EB81C7}"/>
              </a:ext>
            </a:extLst>
          </p:cNvPr>
          <p:cNvCxnSpPr>
            <a:cxnSpLocks/>
            <a:stCxn id="9" idx="0"/>
            <a:endCxn id="16" idx="2"/>
          </p:cNvCxnSpPr>
          <p:nvPr/>
        </p:nvCxnSpPr>
        <p:spPr>
          <a:xfrm flipV="1">
            <a:off x="5280131" y="3297786"/>
            <a:ext cx="0" cy="2608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6342FB7-20C1-6C5F-C5D7-5086727CA559}"/>
              </a:ext>
            </a:extLst>
          </p:cNvPr>
          <p:cNvSpPr/>
          <p:nvPr/>
        </p:nvSpPr>
        <p:spPr>
          <a:xfrm>
            <a:off x="6445245" y="1651926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Receive last oversized image(s)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FB675B6-C0DD-C272-3023-6C1C4591EA8C}"/>
              </a:ext>
            </a:extLst>
          </p:cNvPr>
          <p:cNvCxnSpPr>
            <a:cxnSpLocks/>
          </p:cNvCxnSpPr>
          <p:nvPr/>
        </p:nvCxnSpPr>
        <p:spPr>
          <a:xfrm flipH="1">
            <a:off x="1819042" y="2220249"/>
            <a:ext cx="3461088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0D39AAF-F249-5425-F421-ABC105E1FF29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5280131" y="2220249"/>
            <a:ext cx="0" cy="163137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08F02BFF-7BF6-2B96-14C2-59E8178B4C65}"/>
              </a:ext>
            </a:extLst>
          </p:cNvPr>
          <p:cNvSpPr/>
          <p:nvPr/>
        </p:nvSpPr>
        <p:spPr>
          <a:xfrm>
            <a:off x="6826533" y="3150219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Render properly-aligned crop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78BA6D4-A860-0B1A-A2D5-CC7913C7F9A7}"/>
              </a:ext>
            </a:extLst>
          </p:cNvPr>
          <p:cNvCxnSpPr>
            <a:cxnSpLocks/>
            <a:stCxn id="50" idx="2"/>
            <a:endCxn id="66" idx="0"/>
          </p:cNvCxnSpPr>
          <p:nvPr/>
        </p:nvCxnSpPr>
        <p:spPr>
          <a:xfrm>
            <a:off x="7267680" y="2566326"/>
            <a:ext cx="381288" cy="5838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D6CA0CE-C0F3-5B64-30CF-35779C9E6BDE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4230911" y="3508617"/>
            <a:ext cx="226785" cy="500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8F7C3E4-7E45-F838-4FC2-6112E1D45D32}"/>
              </a:ext>
            </a:extLst>
          </p:cNvPr>
          <p:cNvCxnSpPr>
            <a:cxnSpLocks/>
            <a:stCxn id="83" idx="3"/>
          </p:cNvCxnSpPr>
          <p:nvPr/>
        </p:nvCxnSpPr>
        <p:spPr>
          <a:xfrm flipV="1">
            <a:off x="4227399" y="4473057"/>
            <a:ext cx="230297" cy="1016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0ADFAF8-0D45-43C6-8C60-D2D910C3329A}"/>
              </a:ext>
            </a:extLst>
          </p:cNvPr>
          <p:cNvCxnSpPr>
            <a:cxnSpLocks/>
            <a:stCxn id="9" idx="3"/>
            <a:endCxn id="66" idx="1"/>
          </p:cNvCxnSpPr>
          <p:nvPr/>
        </p:nvCxnSpPr>
        <p:spPr>
          <a:xfrm flipV="1">
            <a:off x="6102565" y="3607419"/>
            <a:ext cx="723968" cy="4084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9D5A8D4-7AE8-22B5-9EDD-88ABC069059D}"/>
              </a:ext>
            </a:extLst>
          </p:cNvPr>
          <p:cNvCxnSpPr>
            <a:cxnSpLocks/>
          </p:cNvCxnSpPr>
          <p:nvPr/>
        </p:nvCxnSpPr>
        <p:spPr>
          <a:xfrm>
            <a:off x="11082672" y="4831307"/>
            <a:ext cx="0" cy="358467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2E628AC-DF40-7A80-5C0A-F5E6DE8DD563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8471402" y="4578479"/>
            <a:ext cx="6518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04EAB4BB-19A7-93E4-3C7B-C6A9F69916E0}"/>
              </a:ext>
            </a:extLst>
          </p:cNvPr>
          <p:cNvGrpSpPr/>
          <p:nvPr/>
        </p:nvGrpSpPr>
        <p:grpSpPr>
          <a:xfrm>
            <a:off x="8965263" y="4236513"/>
            <a:ext cx="1248217" cy="671915"/>
            <a:chOff x="8965263" y="4236513"/>
            <a:chExt cx="1248217" cy="671915"/>
          </a:xfrm>
        </p:grpSpPr>
        <p:pic>
          <p:nvPicPr>
            <p:cNvPr id="123" name="Picture 2" descr="Image result for image pincushion distortion">
              <a:extLst>
                <a:ext uri="{FF2B5EF4-FFF2-40B4-BE49-F238E27FC236}">
                  <a16:creationId xmlns:a16="http://schemas.microsoft.com/office/drawing/2014/main" id="{81C12545-47A5-CC41-209C-80B9E56F1F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58956" y="4273941"/>
              <a:ext cx="634487" cy="6344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CC2A52FF-C17A-499D-3391-A8F12D2D17F1}"/>
                </a:ext>
              </a:extLst>
            </p:cNvPr>
            <p:cNvSpPr txBox="1"/>
            <p:nvPr/>
          </p:nvSpPr>
          <p:spPr>
            <a:xfrm>
              <a:off x="8965263" y="4236513"/>
              <a:ext cx="1248217" cy="6719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ctr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Distortion correction</a:t>
              </a:r>
              <a:endPara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ECE9265-ACE7-B3A9-449D-C82AC0A53EDE}"/>
              </a:ext>
            </a:extLst>
          </p:cNvPr>
          <p:cNvCxnSpPr>
            <a:cxnSpLocks/>
          </p:cNvCxnSpPr>
          <p:nvPr/>
        </p:nvCxnSpPr>
        <p:spPr>
          <a:xfrm>
            <a:off x="9986710" y="4591184"/>
            <a:ext cx="6518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859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29E890C-0183-038E-E373-E0BFA9A84183}"/>
              </a:ext>
            </a:extLst>
          </p:cNvPr>
          <p:cNvSpPr/>
          <p:nvPr/>
        </p:nvSpPr>
        <p:spPr>
          <a:xfrm>
            <a:off x="2435189" y="1190515"/>
            <a:ext cx="7898993" cy="41258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Composite Submodule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5FB94E-B585-5813-31AC-F7214FB1138B}"/>
              </a:ext>
            </a:extLst>
          </p:cNvPr>
          <p:cNvSpPr/>
          <p:nvPr/>
        </p:nvSpPr>
        <p:spPr>
          <a:xfrm>
            <a:off x="2582105" y="2947286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Request full &amp; down-sampled subregions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84F59A8-D6A4-6DCA-AAE1-F73F367583B4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3404540" y="5177612"/>
            <a:ext cx="7346910" cy="12162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1D6E98F-EA22-50E1-39E9-6D11F1046333}"/>
              </a:ext>
            </a:extLst>
          </p:cNvPr>
          <p:cNvSpPr txBox="1"/>
          <p:nvPr/>
        </p:nvSpPr>
        <p:spPr>
          <a:xfrm>
            <a:off x="1091866" y="2498761"/>
            <a:ext cx="1430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 API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74B131A-864F-B612-F655-B4292238E0AF}"/>
              </a:ext>
            </a:extLst>
          </p:cNvPr>
          <p:cNvSpPr/>
          <p:nvPr/>
        </p:nvSpPr>
        <p:spPr>
          <a:xfrm>
            <a:off x="2582530" y="411755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Receive request for view @ time</a:t>
            </a: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90A4EECF-D9CB-8693-86B8-AE3D7565FDAE}"/>
              </a:ext>
            </a:extLst>
          </p:cNvPr>
          <p:cNvCxnSpPr>
            <a:cxnSpLocks/>
            <a:stCxn id="30" idx="0"/>
          </p:cNvCxnSpPr>
          <p:nvPr/>
        </p:nvCxnSpPr>
        <p:spPr>
          <a:xfrm>
            <a:off x="1807341" y="2498761"/>
            <a:ext cx="77476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19ED3B23-29B3-5922-20A7-FD20C2AC4F18}"/>
              </a:ext>
            </a:extLst>
          </p:cNvPr>
          <p:cNvCxnSpPr>
            <a:cxnSpLocks/>
            <a:endCxn id="83" idx="2"/>
          </p:cNvCxnSpPr>
          <p:nvPr/>
        </p:nvCxnSpPr>
        <p:spPr>
          <a:xfrm flipV="1">
            <a:off x="3404965" y="5031955"/>
            <a:ext cx="0" cy="1578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6342FB7-20C1-6C5F-C5D7-5086727CA559}"/>
              </a:ext>
            </a:extLst>
          </p:cNvPr>
          <p:cNvSpPr/>
          <p:nvPr/>
        </p:nvSpPr>
        <p:spPr>
          <a:xfrm>
            <a:off x="2582105" y="1851055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Receive last subregions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FB675B6-C0DD-C272-3023-6C1C4591EA8C}"/>
              </a:ext>
            </a:extLst>
          </p:cNvPr>
          <p:cNvCxnSpPr>
            <a:cxnSpLocks/>
            <a:endCxn id="30" idx="2"/>
          </p:cNvCxnSpPr>
          <p:nvPr/>
        </p:nvCxnSpPr>
        <p:spPr>
          <a:xfrm flipH="1">
            <a:off x="1807341" y="2868093"/>
            <a:ext cx="1597198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0D39AAF-F249-5425-F421-ABC105E1FF29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3404539" y="2868093"/>
            <a:ext cx="1" cy="79193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2E628AC-DF40-7A80-5C0A-F5E6DE8DD563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10169956" y="4808280"/>
            <a:ext cx="5814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7D89DFB-E04E-25C7-8FAC-4016E2872202}"/>
              </a:ext>
            </a:extLst>
          </p:cNvPr>
          <p:cNvSpPr txBox="1"/>
          <p:nvPr/>
        </p:nvSpPr>
        <p:spPr>
          <a:xfrm>
            <a:off x="10227598" y="4808280"/>
            <a:ext cx="1047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Display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AEF46B-DC58-80DF-8BF5-FBE1ED4BD9D4}"/>
              </a:ext>
            </a:extLst>
          </p:cNvPr>
          <p:cNvGrpSpPr/>
          <p:nvPr/>
        </p:nvGrpSpPr>
        <p:grpSpPr>
          <a:xfrm>
            <a:off x="4455994" y="4138139"/>
            <a:ext cx="3408935" cy="868680"/>
            <a:chOff x="2499711" y="2376769"/>
            <a:chExt cx="3408935" cy="8686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C218635-7F6A-FFEC-34D1-3D0D7A36B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99711" y="2376769"/>
              <a:ext cx="3408935" cy="86868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45CDB22-84C4-95A7-1B50-4F320675A59A}"/>
                </a:ext>
              </a:extLst>
            </p:cNvPr>
            <p:cNvSpPr/>
            <p:nvPr/>
          </p:nvSpPr>
          <p:spPr>
            <a:xfrm rot="401230">
              <a:off x="4569472" y="2445995"/>
              <a:ext cx="687056" cy="4103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Pilot gaze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AB662F-FD53-388F-AA2E-31A951103D01}"/>
              </a:ext>
            </a:extLst>
          </p:cNvPr>
          <p:cNvCxnSpPr>
            <a:cxnSpLocks/>
            <a:stCxn id="83" idx="3"/>
            <a:endCxn id="5" idx="1"/>
          </p:cNvCxnSpPr>
          <p:nvPr/>
        </p:nvCxnSpPr>
        <p:spPr>
          <a:xfrm flipV="1">
            <a:off x="4227399" y="4572479"/>
            <a:ext cx="228595" cy="22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EE00FB4-7AD0-EB1C-5DB5-8C34D7A5C398}"/>
              </a:ext>
            </a:extLst>
          </p:cNvPr>
          <p:cNvSpPr/>
          <p:nvPr/>
        </p:nvSpPr>
        <p:spPr>
          <a:xfrm>
            <a:off x="6320159" y="1666807"/>
            <a:ext cx="1644869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Construct sphere (or depth map)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FE3D09B-A6EC-04E8-E00B-9F7D53192C88}"/>
              </a:ext>
            </a:extLst>
          </p:cNvPr>
          <p:cNvCxnSpPr>
            <a:cxnSpLocks/>
          </p:cNvCxnSpPr>
          <p:nvPr/>
        </p:nvCxnSpPr>
        <p:spPr>
          <a:xfrm>
            <a:off x="1807341" y="1716288"/>
            <a:ext cx="45171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59FEF42-BBD3-F180-91DC-8ECE16F8AAF4}"/>
              </a:ext>
            </a:extLst>
          </p:cNvPr>
          <p:cNvSpPr txBox="1"/>
          <p:nvPr/>
        </p:nvSpPr>
        <p:spPr>
          <a:xfrm>
            <a:off x="1281974" y="1381085"/>
            <a:ext cx="1430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Optional Depth</a:t>
            </a:r>
          </a:p>
        </p:txBody>
      </p:sp>
      <p:pic>
        <p:nvPicPr>
          <p:cNvPr id="32" name="Picture 2" descr="Image result for image pincushion distortion">
            <a:extLst>
              <a:ext uri="{FF2B5EF4-FFF2-40B4-BE49-F238E27FC236}">
                <a16:creationId xmlns:a16="http://schemas.microsoft.com/office/drawing/2014/main" id="{2698373A-5E0C-D102-A49C-C0AB28425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696" y="1997840"/>
            <a:ext cx="634487" cy="63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A01CD85-D4A6-26AF-8618-D50F9742B634}"/>
              </a:ext>
            </a:extLst>
          </p:cNvPr>
          <p:cNvCxnSpPr>
            <a:cxnSpLocks/>
          </p:cNvCxnSpPr>
          <p:nvPr/>
        </p:nvCxnSpPr>
        <p:spPr>
          <a:xfrm>
            <a:off x="4225644" y="2344735"/>
            <a:ext cx="2303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9E3FCE6-F3DE-FC71-5EF6-065E745FE3CC}"/>
              </a:ext>
            </a:extLst>
          </p:cNvPr>
          <p:cNvCxnSpPr>
            <a:cxnSpLocks/>
            <a:endCxn id="9" idx="3"/>
          </p:cNvCxnSpPr>
          <p:nvPr/>
        </p:nvCxnSpPr>
        <p:spPr>
          <a:xfrm flipH="1" flipV="1">
            <a:off x="4226974" y="3404486"/>
            <a:ext cx="744518" cy="733653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3588B36-AF75-A7EB-0680-DB59847CD5BA}"/>
              </a:ext>
            </a:extLst>
          </p:cNvPr>
          <p:cNvSpPr txBox="1"/>
          <p:nvPr/>
        </p:nvSpPr>
        <p:spPr>
          <a:xfrm>
            <a:off x="4565276" y="4341058"/>
            <a:ext cx="1710331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Camera geometry</a:t>
            </a:r>
            <a:endParaRPr lang="en-US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B0AF29-EEF8-BF51-D83C-36B5B8F9BBCB}"/>
              </a:ext>
            </a:extLst>
          </p:cNvPr>
          <p:cNvSpPr txBox="1"/>
          <p:nvPr/>
        </p:nvSpPr>
        <p:spPr>
          <a:xfrm>
            <a:off x="4941504" y="3281308"/>
            <a:ext cx="1609888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Geometric registration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B179602-F4DD-958E-21C1-881D37DA6FEE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4845028" y="2680693"/>
            <a:ext cx="301155" cy="3209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6CD0DC5-E8AA-9F52-9357-2D7434056054}"/>
              </a:ext>
            </a:extLst>
          </p:cNvPr>
          <p:cNvCxnSpPr>
            <a:cxnSpLocks/>
            <a:endCxn id="115" idx="1"/>
          </p:cNvCxnSpPr>
          <p:nvPr/>
        </p:nvCxnSpPr>
        <p:spPr>
          <a:xfrm>
            <a:off x="6212283" y="3188554"/>
            <a:ext cx="404629" cy="1343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77" descr="A helicopter flying in the sky&#10;&#10;Description automatically generated">
            <a:extLst>
              <a:ext uri="{FF2B5EF4-FFF2-40B4-BE49-F238E27FC236}">
                <a16:creationId xmlns:a16="http://schemas.microsoft.com/office/drawing/2014/main" id="{5D62BA3B-AF85-AA25-DE16-AF07475540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184" r="57310" b="16192"/>
          <a:stretch/>
        </p:blipFill>
        <p:spPr bwMode="auto">
          <a:xfrm>
            <a:off x="8526043" y="2380422"/>
            <a:ext cx="1159169" cy="98347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943AD824-8B51-6583-275C-7287FECF167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967" t="9008" r="14463" b="29914"/>
          <a:stretch/>
        </p:blipFill>
        <p:spPr>
          <a:xfrm>
            <a:off x="8023561" y="3500826"/>
            <a:ext cx="2146395" cy="1550174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3224AAC5-27A5-EC5C-6020-31A4DE9D074F}"/>
              </a:ext>
            </a:extLst>
          </p:cNvPr>
          <p:cNvSpPr/>
          <p:nvPr/>
        </p:nvSpPr>
        <p:spPr>
          <a:xfrm>
            <a:off x="8283194" y="1306856"/>
            <a:ext cx="1644869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Adjust for motion or reprojection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35A5949-3C05-E285-62B9-5518A620252D}"/>
              </a:ext>
            </a:extLst>
          </p:cNvPr>
          <p:cNvSpPr txBox="1"/>
          <p:nvPr/>
        </p:nvSpPr>
        <p:spPr>
          <a:xfrm>
            <a:off x="1174990" y="907938"/>
            <a:ext cx="1430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Pose API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A1E8970-6D2B-C1FF-5AAF-F14E32877228}"/>
              </a:ext>
            </a:extLst>
          </p:cNvPr>
          <p:cNvCxnSpPr>
            <a:cxnSpLocks/>
            <a:endCxn id="81" idx="0"/>
          </p:cNvCxnSpPr>
          <p:nvPr/>
        </p:nvCxnSpPr>
        <p:spPr>
          <a:xfrm>
            <a:off x="9105628" y="952475"/>
            <a:ext cx="1" cy="354381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0FEF733-11AC-68C9-96D0-73F09EE1DDDB}"/>
              </a:ext>
            </a:extLst>
          </p:cNvPr>
          <p:cNvCxnSpPr>
            <a:cxnSpLocks/>
          </p:cNvCxnSpPr>
          <p:nvPr/>
        </p:nvCxnSpPr>
        <p:spPr>
          <a:xfrm flipV="1">
            <a:off x="1837212" y="952475"/>
            <a:ext cx="7268416" cy="1167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9BF5520A-46CD-FF91-BEA4-3AD633208C8D}"/>
              </a:ext>
            </a:extLst>
          </p:cNvPr>
          <p:cNvCxnSpPr>
            <a:cxnSpLocks/>
            <a:stCxn id="25" idx="2"/>
            <a:endCxn id="115" idx="0"/>
          </p:cNvCxnSpPr>
          <p:nvPr/>
        </p:nvCxnSpPr>
        <p:spPr>
          <a:xfrm>
            <a:off x="7142594" y="2581207"/>
            <a:ext cx="5328" cy="4776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C60547A-A3F2-3F63-78FF-38689FFB90D7}"/>
              </a:ext>
            </a:extLst>
          </p:cNvPr>
          <p:cNvCxnSpPr>
            <a:cxnSpLocks/>
            <a:stCxn id="81" idx="2"/>
            <a:endCxn id="78" idx="0"/>
          </p:cNvCxnSpPr>
          <p:nvPr/>
        </p:nvCxnSpPr>
        <p:spPr>
          <a:xfrm flipH="1">
            <a:off x="9105628" y="2221256"/>
            <a:ext cx="1" cy="159166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325196F-D1D5-65D7-2DC0-7C59262609A5}"/>
              </a:ext>
            </a:extLst>
          </p:cNvPr>
          <p:cNvSpPr/>
          <p:nvPr/>
        </p:nvSpPr>
        <p:spPr>
          <a:xfrm>
            <a:off x="6616912" y="3058818"/>
            <a:ext cx="1062020" cy="5281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Project &amp; Stitch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55BC164E-AC12-35F0-A493-15DA3A7B2B8D}"/>
              </a:ext>
            </a:extLst>
          </p:cNvPr>
          <p:cNvCxnSpPr>
            <a:cxnSpLocks/>
            <a:stCxn id="115" idx="3"/>
          </p:cNvCxnSpPr>
          <p:nvPr/>
        </p:nvCxnSpPr>
        <p:spPr>
          <a:xfrm>
            <a:off x="7678932" y="3322910"/>
            <a:ext cx="344204" cy="1995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C590649D-1A02-5821-FA23-EDDC8397B236}"/>
              </a:ext>
            </a:extLst>
          </p:cNvPr>
          <p:cNvCxnSpPr>
            <a:cxnSpLocks/>
            <a:stCxn id="78" idx="1"/>
          </p:cNvCxnSpPr>
          <p:nvPr/>
        </p:nvCxnSpPr>
        <p:spPr>
          <a:xfrm flipH="1" flipV="1">
            <a:off x="5726751" y="2843026"/>
            <a:ext cx="2799292" cy="29134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A6A4D019-FEFA-F940-B0E8-1CBD551472CD}"/>
              </a:ext>
            </a:extLst>
          </p:cNvPr>
          <p:cNvCxnSpPr>
            <a:cxnSpLocks/>
            <a:stCxn id="78" idx="1"/>
          </p:cNvCxnSpPr>
          <p:nvPr/>
        </p:nvCxnSpPr>
        <p:spPr>
          <a:xfrm flipH="1" flipV="1">
            <a:off x="5329451" y="2581207"/>
            <a:ext cx="3196592" cy="290953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237CF9-8CF6-04C2-4902-D564B8A3ED57}"/>
              </a:ext>
            </a:extLst>
          </p:cNvPr>
          <p:cNvSpPr txBox="1"/>
          <p:nvPr/>
        </p:nvSpPr>
        <p:spPr>
          <a:xfrm>
            <a:off x="1281974" y="481130"/>
            <a:ext cx="1430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Analysis API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580A4A7-6E3B-1B22-CF9D-311A8D20987A}"/>
              </a:ext>
            </a:extLst>
          </p:cNvPr>
          <p:cNvSpPr/>
          <p:nvPr/>
        </p:nvSpPr>
        <p:spPr>
          <a:xfrm>
            <a:off x="2624959" y="669222"/>
            <a:ext cx="3996558" cy="3217381"/>
          </a:xfrm>
          <a:custGeom>
            <a:avLst/>
            <a:gdLst>
              <a:gd name="connsiteX0" fmla="*/ 0 w 3996558"/>
              <a:gd name="connsiteY0" fmla="*/ 35958 h 3324712"/>
              <a:gd name="connsiteX1" fmla="*/ 1040524 w 3996558"/>
              <a:gd name="connsiteY1" fmla="*/ 114786 h 3324712"/>
              <a:gd name="connsiteX2" fmla="*/ 1915510 w 3996558"/>
              <a:gd name="connsiteY2" fmla="*/ 989772 h 3324712"/>
              <a:gd name="connsiteX3" fmla="*/ 2317531 w 3996558"/>
              <a:gd name="connsiteY3" fmla="*/ 1801696 h 3324712"/>
              <a:gd name="connsiteX4" fmla="*/ 3066393 w 3996558"/>
              <a:gd name="connsiteY4" fmla="*/ 2802807 h 3324712"/>
              <a:gd name="connsiteX5" fmla="*/ 3681248 w 3996558"/>
              <a:gd name="connsiteY5" fmla="*/ 3244241 h 3324712"/>
              <a:gd name="connsiteX6" fmla="*/ 3996558 w 3996558"/>
              <a:gd name="connsiteY6" fmla="*/ 3323069 h 3324712"/>
              <a:gd name="connsiteX0" fmla="*/ 0 w 3996558"/>
              <a:gd name="connsiteY0" fmla="*/ 12101 h 3300855"/>
              <a:gd name="connsiteX1" fmla="*/ 1089163 w 3996558"/>
              <a:gd name="connsiteY1" fmla="*/ 190448 h 3300855"/>
              <a:gd name="connsiteX2" fmla="*/ 1915510 w 3996558"/>
              <a:gd name="connsiteY2" fmla="*/ 965915 h 3300855"/>
              <a:gd name="connsiteX3" fmla="*/ 2317531 w 3996558"/>
              <a:gd name="connsiteY3" fmla="*/ 1777839 h 3300855"/>
              <a:gd name="connsiteX4" fmla="*/ 3066393 w 3996558"/>
              <a:gd name="connsiteY4" fmla="*/ 2778950 h 3300855"/>
              <a:gd name="connsiteX5" fmla="*/ 3681248 w 3996558"/>
              <a:gd name="connsiteY5" fmla="*/ 3220384 h 3300855"/>
              <a:gd name="connsiteX6" fmla="*/ 3996558 w 3996558"/>
              <a:gd name="connsiteY6" fmla="*/ 3299212 h 3300855"/>
              <a:gd name="connsiteX0" fmla="*/ 0 w 3996558"/>
              <a:gd name="connsiteY0" fmla="*/ 6600 h 3295354"/>
              <a:gd name="connsiteX1" fmla="*/ 1371265 w 3996558"/>
              <a:gd name="connsiteY1" fmla="*/ 274515 h 3295354"/>
              <a:gd name="connsiteX2" fmla="*/ 1915510 w 3996558"/>
              <a:gd name="connsiteY2" fmla="*/ 960414 h 3295354"/>
              <a:gd name="connsiteX3" fmla="*/ 2317531 w 3996558"/>
              <a:gd name="connsiteY3" fmla="*/ 1772338 h 3295354"/>
              <a:gd name="connsiteX4" fmla="*/ 3066393 w 3996558"/>
              <a:gd name="connsiteY4" fmla="*/ 2773449 h 3295354"/>
              <a:gd name="connsiteX5" fmla="*/ 3681248 w 3996558"/>
              <a:gd name="connsiteY5" fmla="*/ 3214883 h 3295354"/>
              <a:gd name="connsiteX6" fmla="*/ 3996558 w 3996558"/>
              <a:gd name="connsiteY6" fmla="*/ 3293711 h 3295354"/>
              <a:gd name="connsiteX0" fmla="*/ 0 w 3996558"/>
              <a:gd name="connsiteY0" fmla="*/ 9947 h 3298701"/>
              <a:gd name="connsiteX1" fmla="*/ 1371265 w 3996558"/>
              <a:gd name="connsiteY1" fmla="*/ 277862 h 3298701"/>
              <a:gd name="connsiteX2" fmla="*/ 1915510 w 3996558"/>
              <a:gd name="connsiteY2" fmla="*/ 963761 h 3298701"/>
              <a:gd name="connsiteX3" fmla="*/ 2317531 w 3996558"/>
              <a:gd name="connsiteY3" fmla="*/ 1775685 h 3298701"/>
              <a:gd name="connsiteX4" fmla="*/ 3066393 w 3996558"/>
              <a:gd name="connsiteY4" fmla="*/ 2776796 h 3298701"/>
              <a:gd name="connsiteX5" fmla="*/ 3681248 w 3996558"/>
              <a:gd name="connsiteY5" fmla="*/ 3218230 h 3298701"/>
              <a:gd name="connsiteX6" fmla="*/ 3996558 w 3996558"/>
              <a:gd name="connsiteY6" fmla="*/ 3297058 h 3298701"/>
              <a:gd name="connsiteX0" fmla="*/ 0 w 3996558"/>
              <a:gd name="connsiteY0" fmla="*/ 2 h 3288756"/>
              <a:gd name="connsiteX1" fmla="*/ 1371265 w 3996558"/>
              <a:gd name="connsiteY1" fmla="*/ 267917 h 3288756"/>
              <a:gd name="connsiteX2" fmla="*/ 1915510 w 3996558"/>
              <a:gd name="connsiteY2" fmla="*/ 953816 h 3288756"/>
              <a:gd name="connsiteX3" fmla="*/ 2317531 w 3996558"/>
              <a:gd name="connsiteY3" fmla="*/ 1765740 h 3288756"/>
              <a:gd name="connsiteX4" fmla="*/ 3066393 w 3996558"/>
              <a:gd name="connsiteY4" fmla="*/ 2766851 h 3288756"/>
              <a:gd name="connsiteX5" fmla="*/ 3681248 w 3996558"/>
              <a:gd name="connsiteY5" fmla="*/ 3208285 h 3288756"/>
              <a:gd name="connsiteX6" fmla="*/ 3996558 w 3996558"/>
              <a:gd name="connsiteY6" fmla="*/ 3287113 h 3288756"/>
              <a:gd name="connsiteX0" fmla="*/ 0 w 3996558"/>
              <a:gd name="connsiteY0" fmla="*/ 2 h 3287309"/>
              <a:gd name="connsiteX1" fmla="*/ 1371265 w 3996558"/>
              <a:gd name="connsiteY1" fmla="*/ 267917 h 3287309"/>
              <a:gd name="connsiteX2" fmla="*/ 1915510 w 3996558"/>
              <a:gd name="connsiteY2" fmla="*/ 953816 h 3287309"/>
              <a:gd name="connsiteX3" fmla="*/ 2317531 w 3996558"/>
              <a:gd name="connsiteY3" fmla="*/ 1765740 h 3287309"/>
              <a:gd name="connsiteX4" fmla="*/ 3066393 w 3996558"/>
              <a:gd name="connsiteY4" fmla="*/ 2766851 h 3287309"/>
              <a:gd name="connsiteX5" fmla="*/ 3564517 w 3996558"/>
              <a:gd name="connsiteY5" fmla="*/ 3148574 h 3287309"/>
              <a:gd name="connsiteX6" fmla="*/ 3996558 w 3996558"/>
              <a:gd name="connsiteY6" fmla="*/ 3287113 h 3287309"/>
              <a:gd name="connsiteX0" fmla="*/ 0 w 3996558"/>
              <a:gd name="connsiteY0" fmla="*/ 2 h 3291563"/>
              <a:gd name="connsiteX1" fmla="*/ 1371265 w 3996558"/>
              <a:gd name="connsiteY1" fmla="*/ 267917 h 3291563"/>
              <a:gd name="connsiteX2" fmla="*/ 1915510 w 3996558"/>
              <a:gd name="connsiteY2" fmla="*/ 953816 h 3291563"/>
              <a:gd name="connsiteX3" fmla="*/ 2317531 w 3996558"/>
              <a:gd name="connsiteY3" fmla="*/ 1765740 h 3291563"/>
              <a:gd name="connsiteX4" fmla="*/ 3066393 w 3996558"/>
              <a:gd name="connsiteY4" fmla="*/ 2766851 h 3291563"/>
              <a:gd name="connsiteX5" fmla="*/ 3564517 w 3996558"/>
              <a:gd name="connsiteY5" fmla="*/ 3148574 h 3291563"/>
              <a:gd name="connsiteX6" fmla="*/ 3996558 w 3996558"/>
              <a:gd name="connsiteY6" fmla="*/ 3287113 h 3291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96558" h="3291563">
                <a:moveTo>
                  <a:pt x="0" y="2"/>
                </a:moveTo>
                <a:cubicBezTo>
                  <a:pt x="360636" y="-262"/>
                  <a:pt x="1042285" y="39284"/>
                  <a:pt x="1371265" y="267917"/>
                </a:cubicBezTo>
                <a:cubicBezTo>
                  <a:pt x="1700245" y="496550"/>
                  <a:pt x="1757799" y="704179"/>
                  <a:pt x="1915510" y="953816"/>
                </a:cubicBezTo>
                <a:cubicBezTo>
                  <a:pt x="2073221" y="1203453"/>
                  <a:pt x="2125717" y="1463568"/>
                  <a:pt x="2317531" y="1765740"/>
                </a:cubicBezTo>
                <a:cubicBezTo>
                  <a:pt x="2509345" y="2067913"/>
                  <a:pt x="2858562" y="2536379"/>
                  <a:pt x="3066393" y="2766851"/>
                </a:cubicBezTo>
                <a:cubicBezTo>
                  <a:pt x="3274224" y="2997323"/>
                  <a:pt x="3409490" y="3061864"/>
                  <a:pt x="3564517" y="3148574"/>
                </a:cubicBezTo>
                <a:cubicBezTo>
                  <a:pt x="3719544" y="3235284"/>
                  <a:pt x="3770501" y="3310958"/>
                  <a:pt x="3996558" y="3287113"/>
                </a:cubicBezTo>
              </a:path>
            </a:pathLst>
          </a:custGeom>
          <a:noFill/>
          <a:ln w="15875">
            <a:solidFill>
              <a:schemeClr val="tx1"/>
            </a:solidFill>
            <a:tailEnd type="triangle" w="med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D2BADE-7C6C-51C4-55DF-9CF36B2833AD}"/>
              </a:ext>
            </a:extLst>
          </p:cNvPr>
          <p:cNvSpPr/>
          <p:nvPr/>
        </p:nvSpPr>
        <p:spPr>
          <a:xfrm>
            <a:off x="6616912" y="3693261"/>
            <a:ext cx="1062020" cy="3599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Overlay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DBFE93-B942-FBBF-614D-9E111C5A0C09}"/>
              </a:ext>
            </a:extLst>
          </p:cNvPr>
          <p:cNvSpPr txBox="1"/>
          <p:nvPr/>
        </p:nvSpPr>
        <p:spPr>
          <a:xfrm>
            <a:off x="3989862" y="2008778"/>
            <a:ext cx="1710331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Distortion correction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9744F3D-F6A7-6633-6A0F-47DAF214C1C5}"/>
              </a:ext>
            </a:extLst>
          </p:cNvPr>
          <p:cNvGrpSpPr/>
          <p:nvPr/>
        </p:nvGrpSpPr>
        <p:grpSpPr>
          <a:xfrm rot="5400000">
            <a:off x="5373114" y="2593578"/>
            <a:ext cx="570249" cy="985804"/>
            <a:chOff x="9855200" y="4151086"/>
            <a:chExt cx="1074059" cy="1924279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DD6CE7A-B920-A7B2-E8CD-5BC6F75C6760}"/>
                </a:ext>
              </a:extLst>
            </p:cNvPr>
            <p:cNvCxnSpPr/>
            <p:nvPr/>
          </p:nvCxnSpPr>
          <p:spPr>
            <a:xfrm>
              <a:off x="10522857" y="4151086"/>
              <a:ext cx="391886" cy="7547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5165719-8F44-6198-C2C7-D6708AD905EE}"/>
                </a:ext>
              </a:extLst>
            </p:cNvPr>
            <p:cNvCxnSpPr/>
            <p:nvPr/>
          </p:nvCxnSpPr>
          <p:spPr>
            <a:xfrm>
              <a:off x="10827659" y="4586514"/>
              <a:ext cx="0" cy="10740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C4E2E20-46C0-27F1-3110-1F7C740E25BF}"/>
                </a:ext>
              </a:extLst>
            </p:cNvPr>
            <p:cNvCxnSpPr/>
            <p:nvPr/>
          </p:nvCxnSpPr>
          <p:spPr>
            <a:xfrm flipH="1">
              <a:off x="10348688" y="5355773"/>
              <a:ext cx="580571" cy="7195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B42C411-44C4-6E45-E5A7-AFFFC58CC8D2}"/>
                </a:ext>
              </a:extLst>
            </p:cNvPr>
            <p:cNvSpPr/>
            <p:nvPr/>
          </p:nvSpPr>
          <p:spPr>
            <a:xfrm>
              <a:off x="9855200" y="5007427"/>
              <a:ext cx="145143" cy="1451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B8428C-637A-E543-7B39-BC34F4FD406B}"/>
              </a:ext>
            </a:extLst>
          </p:cNvPr>
          <p:cNvCxnSpPr>
            <a:cxnSpLocks/>
          </p:cNvCxnSpPr>
          <p:nvPr/>
        </p:nvCxnSpPr>
        <p:spPr>
          <a:xfrm>
            <a:off x="7686722" y="3883858"/>
            <a:ext cx="35428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4F1DFBC-4C2A-EA03-4FF1-5473E9B3E2E3}"/>
              </a:ext>
            </a:extLst>
          </p:cNvPr>
          <p:cNvSpPr/>
          <p:nvPr/>
        </p:nvSpPr>
        <p:spPr>
          <a:xfrm>
            <a:off x="8404697" y="3771311"/>
            <a:ext cx="137160" cy="1371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A91E4FC-B198-1691-D2B4-04E392918A7E}"/>
              </a:ext>
            </a:extLst>
          </p:cNvPr>
          <p:cNvSpPr/>
          <p:nvPr/>
        </p:nvSpPr>
        <p:spPr>
          <a:xfrm>
            <a:off x="9014835" y="3659992"/>
            <a:ext cx="137160" cy="1371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CB9250-B3A4-26E3-9015-F54F08E5EE07}"/>
              </a:ext>
            </a:extLst>
          </p:cNvPr>
          <p:cNvSpPr txBox="1"/>
          <p:nvPr/>
        </p:nvSpPr>
        <p:spPr>
          <a:xfrm>
            <a:off x="8382572" y="3425452"/>
            <a:ext cx="1430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Drone2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1E7915-1E17-F4DE-3C27-B6F7D5EF189A}"/>
              </a:ext>
            </a:extLst>
          </p:cNvPr>
          <p:cNvSpPr txBox="1"/>
          <p:nvPr/>
        </p:nvSpPr>
        <p:spPr>
          <a:xfrm>
            <a:off x="7765792" y="3540071"/>
            <a:ext cx="1430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Drone1</a:t>
            </a:r>
          </a:p>
        </p:txBody>
      </p:sp>
    </p:spTree>
    <p:extLst>
      <p:ext uri="{BB962C8B-B14F-4D97-AF65-F5344CB8AC3E}">
        <p14:creationId xmlns:p14="http://schemas.microsoft.com/office/powerpoint/2010/main" val="2812395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29E890C-0183-038E-E373-E0BFA9A84183}"/>
              </a:ext>
            </a:extLst>
          </p:cNvPr>
          <p:cNvSpPr/>
          <p:nvPr/>
        </p:nvSpPr>
        <p:spPr>
          <a:xfrm>
            <a:off x="2277215" y="1100835"/>
            <a:ext cx="8714592" cy="4268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IR NUC Submodule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84F59A8-D6A4-6DCA-AAE1-F73F367583B4}"/>
              </a:ext>
            </a:extLst>
          </p:cNvPr>
          <p:cNvCxnSpPr>
            <a:cxnSpLocks/>
          </p:cNvCxnSpPr>
          <p:nvPr/>
        </p:nvCxnSpPr>
        <p:spPr>
          <a:xfrm flipV="1">
            <a:off x="1164181" y="5545265"/>
            <a:ext cx="8406610" cy="4418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91EF19D-BEF4-B1A1-3C24-B2EAC8888C70}"/>
              </a:ext>
            </a:extLst>
          </p:cNvPr>
          <p:cNvCxnSpPr>
            <a:cxnSpLocks/>
          </p:cNvCxnSpPr>
          <p:nvPr/>
        </p:nvCxnSpPr>
        <p:spPr>
          <a:xfrm>
            <a:off x="1141874" y="1886777"/>
            <a:ext cx="2262793" cy="771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EE09CD6-A427-B619-6219-CA05006D0402}"/>
              </a:ext>
            </a:extLst>
          </p:cNvPr>
          <p:cNvSpPr txBox="1"/>
          <p:nvPr/>
        </p:nvSpPr>
        <p:spPr>
          <a:xfrm>
            <a:off x="756310" y="5184544"/>
            <a:ext cx="1724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Temp API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C133657-046D-494E-45FD-8EDAD94A6DE1}"/>
              </a:ext>
            </a:extLst>
          </p:cNvPr>
          <p:cNvCxnSpPr>
            <a:cxnSpLocks/>
          </p:cNvCxnSpPr>
          <p:nvPr/>
        </p:nvCxnSpPr>
        <p:spPr>
          <a:xfrm flipH="1" flipV="1">
            <a:off x="3398544" y="4746857"/>
            <a:ext cx="5596" cy="8028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F278C50-33C3-AAA3-FC79-12727574F54C}"/>
              </a:ext>
            </a:extLst>
          </p:cNvPr>
          <p:cNvCxnSpPr>
            <a:cxnSpLocks/>
          </p:cNvCxnSpPr>
          <p:nvPr/>
        </p:nvCxnSpPr>
        <p:spPr>
          <a:xfrm>
            <a:off x="3404667" y="1886777"/>
            <a:ext cx="0" cy="5966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94516AC-3854-69F3-969E-70E6384F9C16}"/>
              </a:ext>
            </a:extLst>
          </p:cNvPr>
          <p:cNvSpPr txBox="1"/>
          <p:nvPr/>
        </p:nvSpPr>
        <p:spPr>
          <a:xfrm>
            <a:off x="1038694" y="1502829"/>
            <a:ext cx="125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 API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3C6EA7-8C9B-1DB7-1DF6-7483B65D8937}"/>
              </a:ext>
            </a:extLst>
          </p:cNvPr>
          <p:cNvSpPr/>
          <p:nvPr/>
        </p:nvSpPr>
        <p:spPr>
          <a:xfrm>
            <a:off x="2582232" y="2482982"/>
            <a:ext cx="1644869" cy="11653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Self-Emission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DCBF7F-8BB2-358D-6784-4693C82A9D36}"/>
              </a:ext>
            </a:extLst>
          </p:cNvPr>
          <p:cNvSpPr txBox="1"/>
          <p:nvPr/>
        </p:nvSpPr>
        <p:spPr>
          <a:xfrm>
            <a:off x="3195644" y="4803495"/>
            <a:ext cx="19882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X,Y temperature-dependent table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866873-81A2-F875-4055-B7F9612FBC1C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3404140" y="3648292"/>
            <a:ext cx="527" cy="5562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BC7E869-8022-EF01-1460-F7EC6653432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227101" y="3065637"/>
            <a:ext cx="4091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1C6A68B-0A33-3AB4-17FA-40E35F4D9AB4}"/>
              </a:ext>
            </a:extLst>
          </p:cNvPr>
          <p:cNvCxnSpPr>
            <a:cxnSpLocks/>
          </p:cNvCxnSpPr>
          <p:nvPr/>
        </p:nvCxnSpPr>
        <p:spPr>
          <a:xfrm>
            <a:off x="10311182" y="3089500"/>
            <a:ext cx="14954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05F5269-8345-4D21-A19C-84DD51D73F23}"/>
              </a:ext>
            </a:extLst>
          </p:cNvPr>
          <p:cNvSpPr/>
          <p:nvPr/>
        </p:nvSpPr>
        <p:spPr>
          <a:xfrm>
            <a:off x="4636294" y="2482982"/>
            <a:ext cx="1644869" cy="11653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Vignette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531A8F3-0711-3210-E2DE-96453FDAB9C6}"/>
              </a:ext>
            </a:extLst>
          </p:cNvPr>
          <p:cNvGrpSpPr/>
          <p:nvPr/>
        </p:nvGrpSpPr>
        <p:grpSpPr>
          <a:xfrm>
            <a:off x="4635242" y="4069080"/>
            <a:ext cx="1645920" cy="279779"/>
            <a:chOff x="2581180" y="4069080"/>
            <a:chExt cx="1645920" cy="279779"/>
          </a:xfrm>
        </p:grpSpPr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B7382D53-2D6A-1B5E-D86A-4439DB76520E}"/>
                </a:ext>
              </a:extLst>
            </p:cNvPr>
            <p:cNvSpPr/>
            <p:nvPr/>
          </p:nvSpPr>
          <p:spPr>
            <a:xfrm rot="10800000">
              <a:off x="2581180" y="4069080"/>
              <a:ext cx="1645920" cy="279779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7550B69F-1272-9606-4FA3-3F819451BCB1}"/>
                </a:ext>
              </a:extLst>
            </p:cNvPr>
            <p:cNvSpPr/>
            <p:nvPr/>
          </p:nvSpPr>
          <p:spPr>
            <a:xfrm rot="10800000" flipH="1">
              <a:off x="2581180" y="4069080"/>
              <a:ext cx="1645920" cy="279779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98B4546-4021-D22D-8F4A-1AF7A002C271}"/>
              </a:ext>
            </a:extLst>
          </p:cNvPr>
          <p:cNvSpPr txBox="1"/>
          <p:nvPr/>
        </p:nvSpPr>
        <p:spPr>
          <a:xfrm>
            <a:off x="4290141" y="4351204"/>
            <a:ext cx="2333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Inverse calibration curve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B187874-0A4D-140F-92A4-D28271CD5D30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5458202" y="3648292"/>
            <a:ext cx="527" cy="5562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F6BE472-F489-6109-D025-0EFDA7B2C31D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6281163" y="3065637"/>
            <a:ext cx="4091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51A09AE-627C-D68C-1B0E-EB0E9B330E17}"/>
              </a:ext>
            </a:extLst>
          </p:cNvPr>
          <p:cNvGrpSpPr/>
          <p:nvPr/>
        </p:nvGrpSpPr>
        <p:grpSpPr>
          <a:xfrm>
            <a:off x="3127524" y="4244524"/>
            <a:ext cx="542040" cy="411480"/>
            <a:chOff x="7322344" y="3736181"/>
            <a:chExt cx="542040" cy="41148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808AD0D-4FBD-5794-CCCF-85827BD8617B}"/>
                </a:ext>
              </a:extLst>
            </p:cNvPr>
            <p:cNvSpPr/>
            <p:nvPr/>
          </p:nvSpPr>
          <p:spPr>
            <a:xfrm>
              <a:off x="7593364" y="3736181"/>
              <a:ext cx="137160" cy="1371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EFBBF37-D0DE-1D05-334D-EFFB4D8B5252}"/>
                </a:ext>
              </a:extLst>
            </p:cNvPr>
            <p:cNvSpPr/>
            <p:nvPr/>
          </p:nvSpPr>
          <p:spPr>
            <a:xfrm>
              <a:off x="7593364" y="3873341"/>
              <a:ext cx="137160" cy="1371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D9D5967-34E1-FA70-BB5F-2324BE0DE890}"/>
                </a:ext>
              </a:extLst>
            </p:cNvPr>
            <p:cNvGrpSpPr/>
            <p:nvPr/>
          </p:nvGrpSpPr>
          <p:grpSpPr>
            <a:xfrm>
              <a:off x="7322344" y="3736181"/>
              <a:ext cx="542040" cy="411480"/>
              <a:chOff x="7322344" y="3736181"/>
              <a:chExt cx="542040" cy="411480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579D9D6-02AB-8B57-A53B-B454844C1324}"/>
                  </a:ext>
                </a:extLst>
              </p:cNvPr>
              <p:cNvSpPr/>
              <p:nvPr/>
            </p:nvSpPr>
            <p:spPr>
              <a:xfrm>
                <a:off x="732234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3C90D71-AC96-F5AF-4DD5-E4420C04ECB2}"/>
                  </a:ext>
                </a:extLst>
              </p:cNvPr>
              <p:cNvSpPr/>
              <p:nvPr/>
            </p:nvSpPr>
            <p:spPr>
              <a:xfrm>
                <a:off x="745620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85A769AE-7FF8-4947-52BB-7744F4594252}"/>
                  </a:ext>
                </a:extLst>
              </p:cNvPr>
              <p:cNvSpPr/>
              <p:nvPr/>
            </p:nvSpPr>
            <p:spPr>
              <a:xfrm>
                <a:off x="772722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44346659-D203-9E72-DA84-2E7D9EB6E73A}"/>
                  </a:ext>
                </a:extLst>
              </p:cNvPr>
              <p:cNvSpPr/>
              <p:nvPr/>
            </p:nvSpPr>
            <p:spPr>
              <a:xfrm>
                <a:off x="732234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235111E6-1B12-89C4-B04E-8CDAC51FEF23}"/>
                  </a:ext>
                </a:extLst>
              </p:cNvPr>
              <p:cNvSpPr/>
              <p:nvPr/>
            </p:nvSpPr>
            <p:spPr>
              <a:xfrm>
                <a:off x="745620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EED62E07-8EC4-52E4-33CE-9389A1A749E2}"/>
                  </a:ext>
                </a:extLst>
              </p:cNvPr>
              <p:cNvSpPr/>
              <p:nvPr/>
            </p:nvSpPr>
            <p:spPr>
              <a:xfrm>
                <a:off x="772722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9C9FB5D-2B49-B00B-432C-5D28B1488B8C}"/>
                  </a:ext>
                </a:extLst>
              </p:cNvPr>
              <p:cNvSpPr/>
              <p:nvPr/>
            </p:nvSpPr>
            <p:spPr>
              <a:xfrm>
                <a:off x="732234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0AD1F24-37B8-07D9-F175-008E1E8874CD}"/>
                  </a:ext>
                </a:extLst>
              </p:cNvPr>
              <p:cNvSpPr/>
              <p:nvPr/>
            </p:nvSpPr>
            <p:spPr>
              <a:xfrm>
                <a:off x="745620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AEBEA3E-0EB6-5430-3817-2A503BF74821}"/>
                  </a:ext>
                </a:extLst>
              </p:cNvPr>
              <p:cNvSpPr/>
              <p:nvPr/>
            </p:nvSpPr>
            <p:spPr>
              <a:xfrm>
                <a:off x="759336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0787955-CA1B-48C7-B115-1ADC9D448B68}"/>
                  </a:ext>
                </a:extLst>
              </p:cNvPr>
              <p:cNvSpPr/>
              <p:nvPr/>
            </p:nvSpPr>
            <p:spPr>
              <a:xfrm>
                <a:off x="772722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1749530C-55B0-5288-0169-E5168F2F58EE}"/>
              </a:ext>
            </a:extLst>
          </p:cNvPr>
          <p:cNvSpPr/>
          <p:nvPr/>
        </p:nvSpPr>
        <p:spPr>
          <a:xfrm>
            <a:off x="6700944" y="2482982"/>
            <a:ext cx="1644869" cy="11653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Offset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B806A9B-7B2E-2BA2-4D5F-0030FD787D67}"/>
              </a:ext>
            </a:extLst>
          </p:cNvPr>
          <p:cNvCxnSpPr>
            <a:cxnSpLocks/>
            <a:endCxn id="62" idx="2"/>
          </p:cNvCxnSpPr>
          <p:nvPr/>
        </p:nvCxnSpPr>
        <p:spPr>
          <a:xfrm flipV="1">
            <a:off x="7522852" y="3648292"/>
            <a:ext cx="527" cy="5562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2A95B04-51FA-C9B4-A1A1-8A7FA94E059C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8345813" y="3065637"/>
            <a:ext cx="4091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C37A3525-ED68-D913-1AAD-93FD6650D049}"/>
              </a:ext>
            </a:extLst>
          </p:cNvPr>
          <p:cNvSpPr/>
          <p:nvPr/>
        </p:nvSpPr>
        <p:spPr>
          <a:xfrm>
            <a:off x="8754479" y="2477859"/>
            <a:ext cx="1644869" cy="11653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Gain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748A998-A5CD-5C66-A43D-560C71CDEBDC}"/>
              </a:ext>
            </a:extLst>
          </p:cNvPr>
          <p:cNvCxnSpPr>
            <a:cxnSpLocks/>
            <a:endCxn id="80" idx="2"/>
          </p:cNvCxnSpPr>
          <p:nvPr/>
        </p:nvCxnSpPr>
        <p:spPr>
          <a:xfrm flipV="1">
            <a:off x="9576387" y="3643169"/>
            <a:ext cx="527" cy="5562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E3389CDD-B8C0-9E94-2E25-D3E02A319F63}"/>
              </a:ext>
            </a:extLst>
          </p:cNvPr>
          <p:cNvSpPr txBox="1"/>
          <p:nvPr/>
        </p:nvSpPr>
        <p:spPr>
          <a:xfrm>
            <a:off x="3205458" y="1895659"/>
            <a:ext cx="2333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Per-pixel operations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1EE4C4C-982A-3307-CCA3-6A805072B1D9}"/>
              </a:ext>
            </a:extLst>
          </p:cNvPr>
          <p:cNvCxnSpPr>
            <a:cxnSpLocks/>
          </p:cNvCxnSpPr>
          <p:nvPr/>
        </p:nvCxnSpPr>
        <p:spPr>
          <a:xfrm flipH="1" flipV="1">
            <a:off x="9570791" y="4742439"/>
            <a:ext cx="5596" cy="8028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C3D75256-7F26-042D-FC46-4FE935CFF1CF}"/>
              </a:ext>
            </a:extLst>
          </p:cNvPr>
          <p:cNvSpPr txBox="1"/>
          <p:nvPr/>
        </p:nvSpPr>
        <p:spPr>
          <a:xfrm>
            <a:off x="7520054" y="4803496"/>
            <a:ext cx="2056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X,Y temperature-dependent tables</a:t>
            </a: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1956F7DF-6B3F-979B-8B4B-A2A15A939D77}"/>
              </a:ext>
            </a:extLst>
          </p:cNvPr>
          <p:cNvCxnSpPr>
            <a:cxnSpLocks/>
          </p:cNvCxnSpPr>
          <p:nvPr/>
        </p:nvCxnSpPr>
        <p:spPr>
          <a:xfrm flipH="1" flipV="1">
            <a:off x="7520054" y="4752734"/>
            <a:ext cx="5596" cy="8028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330CCCA9-EBD8-D106-B898-60FDDCB6D3FA}"/>
              </a:ext>
            </a:extLst>
          </p:cNvPr>
          <p:cNvGrpSpPr/>
          <p:nvPr/>
        </p:nvGrpSpPr>
        <p:grpSpPr>
          <a:xfrm>
            <a:off x="3205458" y="4313956"/>
            <a:ext cx="542040" cy="411480"/>
            <a:chOff x="7322344" y="3736181"/>
            <a:chExt cx="542040" cy="411480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F6A974AE-CBEF-389B-4977-D162629DDD56}"/>
                </a:ext>
              </a:extLst>
            </p:cNvPr>
            <p:cNvSpPr/>
            <p:nvPr/>
          </p:nvSpPr>
          <p:spPr>
            <a:xfrm>
              <a:off x="7593364" y="3736181"/>
              <a:ext cx="137160" cy="1371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27B05CDC-99AC-F2EE-2DBD-C955A43D221F}"/>
                </a:ext>
              </a:extLst>
            </p:cNvPr>
            <p:cNvSpPr/>
            <p:nvPr/>
          </p:nvSpPr>
          <p:spPr>
            <a:xfrm>
              <a:off x="7593364" y="3873341"/>
              <a:ext cx="137160" cy="1371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90C2C68F-2386-76B9-CE93-9ED500740C01}"/>
                </a:ext>
              </a:extLst>
            </p:cNvPr>
            <p:cNvGrpSpPr/>
            <p:nvPr/>
          </p:nvGrpSpPr>
          <p:grpSpPr>
            <a:xfrm>
              <a:off x="7322344" y="3736181"/>
              <a:ext cx="542040" cy="411480"/>
              <a:chOff x="7322344" y="3736181"/>
              <a:chExt cx="542040" cy="411480"/>
            </a:xfrm>
          </p:grpSpPr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F26AD124-A7A2-DB6D-D1B3-C52B7B456DFF}"/>
                  </a:ext>
                </a:extLst>
              </p:cNvPr>
              <p:cNvSpPr/>
              <p:nvPr/>
            </p:nvSpPr>
            <p:spPr>
              <a:xfrm>
                <a:off x="732234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F6B968E4-11AE-8DD7-D91D-09E41AE8F029}"/>
                  </a:ext>
                </a:extLst>
              </p:cNvPr>
              <p:cNvSpPr/>
              <p:nvPr/>
            </p:nvSpPr>
            <p:spPr>
              <a:xfrm>
                <a:off x="745620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31B404A-0CA7-1B03-481F-3E9E2F7881C5}"/>
                  </a:ext>
                </a:extLst>
              </p:cNvPr>
              <p:cNvSpPr/>
              <p:nvPr/>
            </p:nvSpPr>
            <p:spPr>
              <a:xfrm>
                <a:off x="772722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613C14E5-1BA4-342F-2EAF-3A46B622C61D}"/>
                  </a:ext>
                </a:extLst>
              </p:cNvPr>
              <p:cNvSpPr/>
              <p:nvPr/>
            </p:nvSpPr>
            <p:spPr>
              <a:xfrm>
                <a:off x="732234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E2803080-34D3-7983-0446-4754933147B2}"/>
                  </a:ext>
                </a:extLst>
              </p:cNvPr>
              <p:cNvSpPr/>
              <p:nvPr/>
            </p:nvSpPr>
            <p:spPr>
              <a:xfrm>
                <a:off x="745620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9B298C15-203D-4829-9C54-E29034A80583}"/>
                  </a:ext>
                </a:extLst>
              </p:cNvPr>
              <p:cNvSpPr/>
              <p:nvPr/>
            </p:nvSpPr>
            <p:spPr>
              <a:xfrm>
                <a:off x="772722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3823DAC1-6D57-0301-362D-419C1C34881B}"/>
                  </a:ext>
                </a:extLst>
              </p:cNvPr>
              <p:cNvSpPr/>
              <p:nvPr/>
            </p:nvSpPr>
            <p:spPr>
              <a:xfrm>
                <a:off x="732234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0F9D8104-8CD5-8C9D-BFE1-460D7A91F277}"/>
                  </a:ext>
                </a:extLst>
              </p:cNvPr>
              <p:cNvSpPr/>
              <p:nvPr/>
            </p:nvSpPr>
            <p:spPr>
              <a:xfrm>
                <a:off x="745620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48E0CFA5-ABD6-24E7-657A-936C60497273}"/>
                  </a:ext>
                </a:extLst>
              </p:cNvPr>
              <p:cNvSpPr/>
              <p:nvPr/>
            </p:nvSpPr>
            <p:spPr>
              <a:xfrm>
                <a:off x="759336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3C612200-A24E-A658-2980-3CCFCFEC8179}"/>
                  </a:ext>
                </a:extLst>
              </p:cNvPr>
              <p:cNvSpPr/>
              <p:nvPr/>
            </p:nvSpPr>
            <p:spPr>
              <a:xfrm>
                <a:off x="772722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E1A0015-7225-7008-CDC5-B3C3FB7F314A}"/>
              </a:ext>
            </a:extLst>
          </p:cNvPr>
          <p:cNvGrpSpPr/>
          <p:nvPr/>
        </p:nvGrpSpPr>
        <p:grpSpPr>
          <a:xfrm>
            <a:off x="7238442" y="4238202"/>
            <a:ext cx="542040" cy="411480"/>
            <a:chOff x="7322344" y="3736181"/>
            <a:chExt cx="542040" cy="411480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E466D62C-E848-7FF4-EA09-64AA1A61E8EB}"/>
                </a:ext>
              </a:extLst>
            </p:cNvPr>
            <p:cNvSpPr/>
            <p:nvPr/>
          </p:nvSpPr>
          <p:spPr>
            <a:xfrm>
              <a:off x="7593364" y="3736181"/>
              <a:ext cx="137160" cy="1371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63FC5C47-7855-83C4-298F-877EF45DFB5A}"/>
                </a:ext>
              </a:extLst>
            </p:cNvPr>
            <p:cNvSpPr/>
            <p:nvPr/>
          </p:nvSpPr>
          <p:spPr>
            <a:xfrm>
              <a:off x="7593364" y="3873341"/>
              <a:ext cx="137160" cy="1371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09EA729C-7A27-441D-E46A-315FD610FCC4}"/>
                </a:ext>
              </a:extLst>
            </p:cNvPr>
            <p:cNvGrpSpPr/>
            <p:nvPr/>
          </p:nvGrpSpPr>
          <p:grpSpPr>
            <a:xfrm>
              <a:off x="7322344" y="3736181"/>
              <a:ext cx="542040" cy="411480"/>
              <a:chOff x="7322344" y="3736181"/>
              <a:chExt cx="542040" cy="411480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DA48D249-E7BB-26BD-0A88-AFB5B0E6D6B7}"/>
                  </a:ext>
                </a:extLst>
              </p:cNvPr>
              <p:cNvSpPr/>
              <p:nvPr/>
            </p:nvSpPr>
            <p:spPr>
              <a:xfrm>
                <a:off x="732234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27C195DA-3E02-B431-17CD-D2450FC97653}"/>
                  </a:ext>
                </a:extLst>
              </p:cNvPr>
              <p:cNvSpPr/>
              <p:nvPr/>
            </p:nvSpPr>
            <p:spPr>
              <a:xfrm>
                <a:off x="745620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025712E7-0C94-F8B6-AB74-6E962100BAEA}"/>
                  </a:ext>
                </a:extLst>
              </p:cNvPr>
              <p:cNvSpPr/>
              <p:nvPr/>
            </p:nvSpPr>
            <p:spPr>
              <a:xfrm>
                <a:off x="772722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58DFBE12-4E4B-B3D3-D42B-89C41E03C0A4}"/>
                  </a:ext>
                </a:extLst>
              </p:cNvPr>
              <p:cNvSpPr/>
              <p:nvPr/>
            </p:nvSpPr>
            <p:spPr>
              <a:xfrm>
                <a:off x="732234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046E6430-6580-9E3C-C5C2-13EFE050A04D}"/>
                  </a:ext>
                </a:extLst>
              </p:cNvPr>
              <p:cNvSpPr/>
              <p:nvPr/>
            </p:nvSpPr>
            <p:spPr>
              <a:xfrm>
                <a:off x="745620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B57C1CCB-EDB5-CED5-451D-4DC05D86DABA}"/>
                  </a:ext>
                </a:extLst>
              </p:cNvPr>
              <p:cNvSpPr/>
              <p:nvPr/>
            </p:nvSpPr>
            <p:spPr>
              <a:xfrm>
                <a:off x="772722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0A76146E-5CD3-ACF1-7A06-CF6D0BC5CCDF}"/>
                  </a:ext>
                </a:extLst>
              </p:cNvPr>
              <p:cNvSpPr/>
              <p:nvPr/>
            </p:nvSpPr>
            <p:spPr>
              <a:xfrm>
                <a:off x="732234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4FD7AF22-42BE-DC45-33BE-74DB2FA74646}"/>
                  </a:ext>
                </a:extLst>
              </p:cNvPr>
              <p:cNvSpPr/>
              <p:nvPr/>
            </p:nvSpPr>
            <p:spPr>
              <a:xfrm>
                <a:off x="745620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B1DFF835-D3CC-2A61-8578-AAD1320E97C6}"/>
                  </a:ext>
                </a:extLst>
              </p:cNvPr>
              <p:cNvSpPr/>
              <p:nvPr/>
            </p:nvSpPr>
            <p:spPr>
              <a:xfrm>
                <a:off x="759336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6FC0CCC6-99C6-BB73-997F-6827260F3320}"/>
                  </a:ext>
                </a:extLst>
              </p:cNvPr>
              <p:cNvSpPr/>
              <p:nvPr/>
            </p:nvSpPr>
            <p:spPr>
              <a:xfrm>
                <a:off x="772722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424C4B23-D0B4-FC4D-CAC9-73EAEA39B644}"/>
              </a:ext>
            </a:extLst>
          </p:cNvPr>
          <p:cNvGrpSpPr/>
          <p:nvPr/>
        </p:nvGrpSpPr>
        <p:grpSpPr>
          <a:xfrm>
            <a:off x="7316376" y="4307634"/>
            <a:ext cx="542040" cy="411480"/>
            <a:chOff x="7322344" y="3736181"/>
            <a:chExt cx="542040" cy="411480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45F0AD7B-7168-8ED7-A385-1074F94DB2DA}"/>
                </a:ext>
              </a:extLst>
            </p:cNvPr>
            <p:cNvSpPr/>
            <p:nvPr/>
          </p:nvSpPr>
          <p:spPr>
            <a:xfrm>
              <a:off x="7593364" y="3736181"/>
              <a:ext cx="137160" cy="1371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B487967E-6176-A579-7BB7-CC7683D256A8}"/>
                </a:ext>
              </a:extLst>
            </p:cNvPr>
            <p:cNvSpPr/>
            <p:nvPr/>
          </p:nvSpPr>
          <p:spPr>
            <a:xfrm>
              <a:off x="7593364" y="3873341"/>
              <a:ext cx="137160" cy="1371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C91BDA33-CD9E-0EE0-5F89-C622EC0F7C4E}"/>
                </a:ext>
              </a:extLst>
            </p:cNvPr>
            <p:cNvGrpSpPr/>
            <p:nvPr/>
          </p:nvGrpSpPr>
          <p:grpSpPr>
            <a:xfrm>
              <a:off x="7322344" y="3736181"/>
              <a:ext cx="542040" cy="411480"/>
              <a:chOff x="7322344" y="3736181"/>
              <a:chExt cx="542040" cy="411480"/>
            </a:xfrm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C0F567CC-C56E-4E81-7FE1-FE7D63C44202}"/>
                  </a:ext>
                </a:extLst>
              </p:cNvPr>
              <p:cNvSpPr/>
              <p:nvPr/>
            </p:nvSpPr>
            <p:spPr>
              <a:xfrm>
                <a:off x="732234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D5C2C6F0-E1A8-71F5-8E9B-3EBAF03E7BCE}"/>
                  </a:ext>
                </a:extLst>
              </p:cNvPr>
              <p:cNvSpPr/>
              <p:nvPr/>
            </p:nvSpPr>
            <p:spPr>
              <a:xfrm>
                <a:off x="745620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DAD57F3B-7CC3-417D-185C-EEE39ABF17E7}"/>
                  </a:ext>
                </a:extLst>
              </p:cNvPr>
              <p:cNvSpPr/>
              <p:nvPr/>
            </p:nvSpPr>
            <p:spPr>
              <a:xfrm>
                <a:off x="772722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D283A8AD-564D-EFDA-2D63-ECF3E5D61A3B}"/>
                  </a:ext>
                </a:extLst>
              </p:cNvPr>
              <p:cNvSpPr/>
              <p:nvPr/>
            </p:nvSpPr>
            <p:spPr>
              <a:xfrm>
                <a:off x="732234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D324C6BC-1209-50EB-0B6C-593A0D77EFEE}"/>
                  </a:ext>
                </a:extLst>
              </p:cNvPr>
              <p:cNvSpPr/>
              <p:nvPr/>
            </p:nvSpPr>
            <p:spPr>
              <a:xfrm>
                <a:off x="745620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2105880A-BC12-04CB-E7B1-3320D6396E75}"/>
                  </a:ext>
                </a:extLst>
              </p:cNvPr>
              <p:cNvSpPr/>
              <p:nvPr/>
            </p:nvSpPr>
            <p:spPr>
              <a:xfrm>
                <a:off x="772722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97C0D23A-C5D8-CEC3-DFCE-FE6D0C05A00E}"/>
                  </a:ext>
                </a:extLst>
              </p:cNvPr>
              <p:cNvSpPr/>
              <p:nvPr/>
            </p:nvSpPr>
            <p:spPr>
              <a:xfrm>
                <a:off x="732234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D7276AC1-5FB1-4C19-D41B-06AA36D2A35F}"/>
                  </a:ext>
                </a:extLst>
              </p:cNvPr>
              <p:cNvSpPr/>
              <p:nvPr/>
            </p:nvSpPr>
            <p:spPr>
              <a:xfrm>
                <a:off x="745620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03229347-45D0-5D2C-AE3E-63DB4708015E}"/>
                  </a:ext>
                </a:extLst>
              </p:cNvPr>
              <p:cNvSpPr/>
              <p:nvPr/>
            </p:nvSpPr>
            <p:spPr>
              <a:xfrm>
                <a:off x="759336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A13174C2-0522-EA7D-0CC4-E33D725648C8}"/>
                  </a:ext>
                </a:extLst>
              </p:cNvPr>
              <p:cNvSpPr/>
              <p:nvPr/>
            </p:nvSpPr>
            <p:spPr>
              <a:xfrm>
                <a:off x="772722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45DF342C-BD38-B03C-6479-0F57E6F4F704}"/>
              </a:ext>
            </a:extLst>
          </p:cNvPr>
          <p:cNvGrpSpPr/>
          <p:nvPr/>
        </p:nvGrpSpPr>
        <p:grpSpPr>
          <a:xfrm>
            <a:off x="9299280" y="4230493"/>
            <a:ext cx="542040" cy="411480"/>
            <a:chOff x="7322344" y="3736181"/>
            <a:chExt cx="542040" cy="411480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8F88130D-5B17-0214-9C94-779DF7D5FDC5}"/>
                </a:ext>
              </a:extLst>
            </p:cNvPr>
            <p:cNvSpPr/>
            <p:nvPr/>
          </p:nvSpPr>
          <p:spPr>
            <a:xfrm>
              <a:off x="7593364" y="3736181"/>
              <a:ext cx="137160" cy="1371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6DDAD75B-F0A4-9D17-9640-A1C449539BB0}"/>
                </a:ext>
              </a:extLst>
            </p:cNvPr>
            <p:cNvSpPr/>
            <p:nvPr/>
          </p:nvSpPr>
          <p:spPr>
            <a:xfrm>
              <a:off x="7593364" y="3873341"/>
              <a:ext cx="137160" cy="1371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CA66F2A-E6C2-5AF7-D128-E68CE5DC500E}"/>
                </a:ext>
              </a:extLst>
            </p:cNvPr>
            <p:cNvGrpSpPr/>
            <p:nvPr/>
          </p:nvGrpSpPr>
          <p:grpSpPr>
            <a:xfrm>
              <a:off x="7322344" y="3736181"/>
              <a:ext cx="542040" cy="411480"/>
              <a:chOff x="7322344" y="3736181"/>
              <a:chExt cx="542040" cy="411480"/>
            </a:xfrm>
          </p:grpSpPr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E00CDDEA-98D2-8F40-5AAC-B16312C59BD7}"/>
                  </a:ext>
                </a:extLst>
              </p:cNvPr>
              <p:cNvSpPr/>
              <p:nvPr/>
            </p:nvSpPr>
            <p:spPr>
              <a:xfrm>
                <a:off x="732234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60E9D44D-DE82-8042-D892-25936FFACCA0}"/>
                  </a:ext>
                </a:extLst>
              </p:cNvPr>
              <p:cNvSpPr/>
              <p:nvPr/>
            </p:nvSpPr>
            <p:spPr>
              <a:xfrm>
                <a:off x="745620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78B0C212-8377-3FEC-A2FF-7380C8825CA4}"/>
                  </a:ext>
                </a:extLst>
              </p:cNvPr>
              <p:cNvSpPr/>
              <p:nvPr/>
            </p:nvSpPr>
            <p:spPr>
              <a:xfrm>
                <a:off x="772722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ED538119-EBFF-DAC1-BA6C-B338AF798E79}"/>
                  </a:ext>
                </a:extLst>
              </p:cNvPr>
              <p:cNvSpPr/>
              <p:nvPr/>
            </p:nvSpPr>
            <p:spPr>
              <a:xfrm>
                <a:off x="732234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D07BAC77-4C72-0C54-AE20-4701F35E876F}"/>
                  </a:ext>
                </a:extLst>
              </p:cNvPr>
              <p:cNvSpPr/>
              <p:nvPr/>
            </p:nvSpPr>
            <p:spPr>
              <a:xfrm>
                <a:off x="745620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69068183-19EC-8840-4CAD-7F96AC65C4CC}"/>
                  </a:ext>
                </a:extLst>
              </p:cNvPr>
              <p:cNvSpPr/>
              <p:nvPr/>
            </p:nvSpPr>
            <p:spPr>
              <a:xfrm>
                <a:off x="772722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653925BE-305A-7C78-EAB5-76EAE1AE969C}"/>
                  </a:ext>
                </a:extLst>
              </p:cNvPr>
              <p:cNvSpPr/>
              <p:nvPr/>
            </p:nvSpPr>
            <p:spPr>
              <a:xfrm>
                <a:off x="732234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60D228F9-1D09-3013-4B79-D94DE39D508F}"/>
                  </a:ext>
                </a:extLst>
              </p:cNvPr>
              <p:cNvSpPr/>
              <p:nvPr/>
            </p:nvSpPr>
            <p:spPr>
              <a:xfrm>
                <a:off x="745620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3BDC7E47-22D1-6FC4-AE0C-1752D80917CA}"/>
                  </a:ext>
                </a:extLst>
              </p:cNvPr>
              <p:cNvSpPr/>
              <p:nvPr/>
            </p:nvSpPr>
            <p:spPr>
              <a:xfrm>
                <a:off x="759336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77B9784-120A-BDAF-D983-D44399A727F6}"/>
                  </a:ext>
                </a:extLst>
              </p:cNvPr>
              <p:cNvSpPr/>
              <p:nvPr/>
            </p:nvSpPr>
            <p:spPr>
              <a:xfrm>
                <a:off x="772722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50EE7905-50E7-4CE1-DAFE-A692319A9146}"/>
              </a:ext>
            </a:extLst>
          </p:cNvPr>
          <p:cNvGrpSpPr/>
          <p:nvPr/>
        </p:nvGrpSpPr>
        <p:grpSpPr>
          <a:xfrm>
            <a:off x="9377214" y="4299925"/>
            <a:ext cx="542040" cy="411480"/>
            <a:chOff x="7322344" y="3736181"/>
            <a:chExt cx="542040" cy="411480"/>
          </a:xfrm>
        </p:grpSpPr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3E2858EA-3337-5A1C-053D-744C4B71E234}"/>
                </a:ext>
              </a:extLst>
            </p:cNvPr>
            <p:cNvSpPr/>
            <p:nvPr/>
          </p:nvSpPr>
          <p:spPr>
            <a:xfrm>
              <a:off x="7593364" y="3736181"/>
              <a:ext cx="137160" cy="1371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9287AE40-CE13-0AE3-463F-A56CD9308CBC}"/>
                </a:ext>
              </a:extLst>
            </p:cNvPr>
            <p:cNvSpPr/>
            <p:nvPr/>
          </p:nvSpPr>
          <p:spPr>
            <a:xfrm>
              <a:off x="7593364" y="3873341"/>
              <a:ext cx="137160" cy="1371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F4625990-2069-955E-FE14-AEE51CA60EDE}"/>
                </a:ext>
              </a:extLst>
            </p:cNvPr>
            <p:cNvGrpSpPr/>
            <p:nvPr/>
          </p:nvGrpSpPr>
          <p:grpSpPr>
            <a:xfrm>
              <a:off x="7322344" y="3736181"/>
              <a:ext cx="542040" cy="411480"/>
              <a:chOff x="7322344" y="3736181"/>
              <a:chExt cx="542040" cy="411480"/>
            </a:xfrm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A69D8CE5-0109-8E6A-2AF8-6581D56ED4A4}"/>
                  </a:ext>
                </a:extLst>
              </p:cNvPr>
              <p:cNvSpPr/>
              <p:nvPr/>
            </p:nvSpPr>
            <p:spPr>
              <a:xfrm>
                <a:off x="732234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171C2FA7-D32D-13F8-FEF0-357F6365942B}"/>
                  </a:ext>
                </a:extLst>
              </p:cNvPr>
              <p:cNvSpPr/>
              <p:nvPr/>
            </p:nvSpPr>
            <p:spPr>
              <a:xfrm>
                <a:off x="745620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D6A36A7F-C332-872D-CAA8-A2A8ACEA2848}"/>
                  </a:ext>
                </a:extLst>
              </p:cNvPr>
              <p:cNvSpPr/>
              <p:nvPr/>
            </p:nvSpPr>
            <p:spPr>
              <a:xfrm>
                <a:off x="7727224" y="373618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9AAD4CDE-EBA8-D0C7-9008-CE2F6DDC28AA}"/>
                  </a:ext>
                </a:extLst>
              </p:cNvPr>
              <p:cNvSpPr/>
              <p:nvPr/>
            </p:nvSpPr>
            <p:spPr>
              <a:xfrm>
                <a:off x="732234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BC8B0B8D-3667-54A5-882F-24CDECC7E4D9}"/>
                  </a:ext>
                </a:extLst>
              </p:cNvPr>
              <p:cNvSpPr/>
              <p:nvPr/>
            </p:nvSpPr>
            <p:spPr>
              <a:xfrm>
                <a:off x="745620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596FA7EB-4F6B-F25B-0898-36D8B62543D8}"/>
                  </a:ext>
                </a:extLst>
              </p:cNvPr>
              <p:cNvSpPr/>
              <p:nvPr/>
            </p:nvSpPr>
            <p:spPr>
              <a:xfrm>
                <a:off x="7727224" y="387334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ED70E20E-B46E-4A49-E140-4E41476E3D6B}"/>
                  </a:ext>
                </a:extLst>
              </p:cNvPr>
              <p:cNvSpPr/>
              <p:nvPr/>
            </p:nvSpPr>
            <p:spPr>
              <a:xfrm>
                <a:off x="732234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8F3348D5-A9DE-19B3-68F0-347A0872E522}"/>
                  </a:ext>
                </a:extLst>
              </p:cNvPr>
              <p:cNvSpPr/>
              <p:nvPr/>
            </p:nvSpPr>
            <p:spPr>
              <a:xfrm>
                <a:off x="745620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4882B29C-A406-E3EA-5879-C269A48F895C}"/>
                  </a:ext>
                </a:extLst>
              </p:cNvPr>
              <p:cNvSpPr/>
              <p:nvPr/>
            </p:nvSpPr>
            <p:spPr>
              <a:xfrm>
                <a:off x="759336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4F013546-4523-D3FF-9BC6-905D24EEDA23}"/>
                  </a:ext>
                </a:extLst>
              </p:cNvPr>
              <p:cNvSpPr/>
              <p:nvPr/>
            </p:nvSpPr>
            <p:spPr>
              <a:xfrm>
                <a:off x="7727224" y="4010501"/>
                <a:ext cx="137160" cy="1371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4854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29E890C-0183-038E-E373-E0BFA9A84183}"/>
              </a:ext>
            </a:extLst>
          </p:cNvPr>
          <p:cNvSpPr/>
          <p:nvPr/>
        </p:nvSpPr>
        <p:spPr>
          <a:xfrm>
            <a:off x="2277215" y="1100835"/>
            <a:ext cx="8714592" cy="4268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VIS NUC Submodule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4516AC-3854-69F3-969E-70E6384F9C16}"/>
              </a:ext>
            </a:extLst>
          </p:cNvPr>
          <p:cNvSpPr txBox="1"/>
          <p:nvPr/>
        </p:nvSpPr>
        <p:spPr>
          <a:xfrm>
            <a:off x="1038694" y="1502829"/>
            <a:ext cx="125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 API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1C6A68B-0A33-3AB4-17FA-40E35F4D9AB4}"/>
              </a:ext>
            </a:extLst>
          </p:cNvPr>
          <p:cNvCxnSpPr>
            <a:cxnSpLocks/>
          </p:cNvCxnSpPr>
          <p:nvPr/>
        </p:nvCxnSpPr>
        <p:spPr>
          <a:xfrm>
            <a:off x="10311182" y="3089500"/>
            <a:ext cx="14954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05F5269-8345-4D21-A19C-84DD51D73F23}"/>
              </a:ext>
            </a:extLst>
          </p:cNvPr>
          <p:cNvSpPr/>
          <p:nvPr/>
        </p:nvSpPr>
        <p:spPr>
          <a:xfrm>
            <a:off x="4636294" y="2482982"/>
            <a:ext cx="1644869" cy="11653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Vignette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531A8F3-0711-3210-E2DE-96453FDAB9C6}"/>
              </a:ext>
            </a:extLst>
          </p:cNvPr>
          <p:cNvGrpSpPr/>
          <p:nvPr/>
        </p:nvGrpSpPr>
        <p:grpSpPr>
          <a:xfrm>
            <a:off x="4635242" y="4069080"/>
            <a:ext cx="1645920" cy="279779"/>
            <a:chOff x="2581180" y="4069080"/>
            <a:chExt cx="1645920" cy="279779"/>
          </a:xfrm>
        </p:grpSpPr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B7382D53-2D6A-1B5E-D86A-4439DB76520E}"/>
                </a:ext>
              </a:extLst>
            </p:cNvPr>
            <p:cNvSpPr/>
            <p:nvPr/>
          </p:nvSpPr>
          <p:spPr>
            <a:xfrm rot="10800000">
              <a:off x="2581180" y="4069080"/>
              <a:ext cx="1645920" cy="279779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7550B69F-1272-9606-4FA3-3F819451BCB1}"/>
                </a:ext>
              </a:extLst>
            </p:cNvPr>
            <p:cNvSpPr/>
            <p:nvPr/>
          </p:nvSpPr>
          <p:spPr>
            <a:xfrm rot="10800000" flipH="1">
              <a:off x="2581180" y="4069080"/>
              <a:ext cx="1645920" cy="279779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98B4546-4021-D22D-8F4A-1AF7A002C271}"/>
              </a:ext>
            </a:extLst>
          </p:cNvPr>
          <p:cNvSpPr txBox="1"/>
          <p:nvPr/>
        </p:nvSpPr>
        <p:spPr>
          <a:xfrm>
            <a:off x="4290141" y="4351204"/>
            <a:ext cx="2333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Inverse calibration curve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B187874-0A4D-140F-92A4-D28271CD5D30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5458202" y="3648292"/>
            <a:ext cx="527" cy="5562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F6BE472-F489-6109-D025-0EFDA7B2C31D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6281163" y="3065637"/>
            <a:ext cx="4091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749530C-55B0-5288-0169-E5168F2F58EE}"/>
              </a:ext>
            </a:extLst>
          </p:cNvPr>
          <p:cNvSpPr/>
          <p:nvPr/>
        </p:nvSpPr>
        <p:spPr>
          <a:xfrm>
            <a:off x="6700944" y="2482982"/>
            <a:ext cx="1644869" cy="11653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Offset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2A95B04-51FA-C9B4-A1A1-8A7FA94E059C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8345813" y="3065637"/>
            <a:ext cx="4091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C37A3525-ED68-D913-1AAD-93FD6650D049}"/>
              </a:ext>
            </a:extLst>
          </p:cNvPr>
          <p:cNvSpPr/>
          <p:nvPr/>
        </p:nvSpPr>
        <p:spPr>
          <a:xfrm>
            <a:off x="8754479" y="2477859"/>
            <a:ext cx="1644869" cy="11653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Gain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5B308E-43A7-76CE-0C9F-388EF8290910}"/>
              </a:ext>
            </a:extLst>
          </p:cNvPr>
          <p:cNvCxnSpPr>
            <a:cxnSpLocks/>
          </p:cNvCxnSpPr>
          <p:nvPr/>
        </p:nvCxnSpPr>
        <p:spPr>
          <a:xfrm>
            <a:off x="3404667" y="1886777"/>
            <a:ext cx="0" cy="5966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2ACA8D3-3F7F-87FC-6CD5-179DF16F172C}"/>
              </a:ext>
            </a:extLst>
          </p:cNvPr>
          <p:cNvSpPr/>
          <p:nvPr/>
        </p:nvSpPr>
        <p:spPr>
          <a:xfrm>
            <a:off x="2582232" y="2482982"/>
            <a:ext cx="1644869" cy="11653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Linearize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318E4D-EBEB-25A7-91D2-5584223418FA}"/>
              </a:ext>
            </a:extLst>
          </p:cNvPr>
          <p:cNvCxnSpPr>
            <a:cxnSpLocks/>
          </p:cNvCxnSpPr>
          <p:nvPr/>
        </p:nvCxnSpPr>
        <p:spPr>
          <a:xfrm>
            <a:off x="4227101" y="3065637"/>
            <a:ext cx="4091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440DC4-1A09-422C-7E0B-B2C8F0264F51}"/>
              </a:ext>
            </a:extLst>
          </p:cNvPr>
          <p:cNvCxnSpPr>
            <a:cxnSpLocks/>
          </p:cNvCxnSpPr>
          <p:nvPr/>
        </p:nvCxnSpPr>
        <p:spPr>
          <a:xfrm>
            <a:off x="1141874" y="1886777"/>
            <a:ext cx="2262793" cy="771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A3CFCC9-EFFB-434E-A3BC-0F32D3193C1D}"/>
              </a:ext>
            </a:extLst>
          </p:cNvPr>
          <p:cNvSpPr txBox="1"/>
          <p:nvPr/>
        </p:nvSpPr>
        <p:spPr>
          <a:xfrm>
            <a:off x="3205458" y="1895659"/>
            <a:ext cx="2333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Per-pixel operations</a:t>
            </a:r>
          </a:p>
        </p:txBody>
      </p:sp>
    </p:spTree>
    <p:extLst>
      <p:ext uri="{BB962C8B-B14F-4D97-AF65-F5344CB8AC3E}">
        <p14:creationId xmlns:p14="http://schemas.microsoft.com/office/powerpoint/2010/main" val="2140545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29E890C-0183-038E-E373-E0BFA9A84183}"/>
              </a:ext>
            </a:extLst>
          </p:cNvPr>
          <p:cNvSpPr/>
          <p:nvPr/>
        </p:nvSpPr>
        <p:spPr>
          <a:xfrm>
            <a:off x="2435189" y="1048011"/>
            <a:ext cx="3552649" cy="42683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Analysis Module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6DEDE40-F895-080C-4684-16F976B03598}"/>
              </a:ext>
            </a:extLst>
          </p:cNvPr>
          <p:cNvCxnSpPr>
            <a:cxnSpLocks/>
          </p:cNvCxnSpPr>
          <p:nvPr/>
        </p:nvCxnSpPr>
        <p:spPr>
          <a:xfrm flipH="1">
            <a:off x="1857551" y="859507"/>
            <a:ext cx="3681548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24F24B0-765C-0F6D-53A4-29F95C91802D}"/>
              </a:ext>
            </a:extLst>
          </p:cNvPr>
          <p:cNvSpPr txBox="1"/>
          <p:nvPr/>
        </p:nvSpPr>
        <p:spPr>
          <a:xfrm>
            <a:off x="1073096" y="530927"/>
            <a:ext cx="16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Synch API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84F59A8-D6A4-6DCA-AAE1-F73F367583B4}"/>
              </a:ext>
            </a:extLst>
          </p:cNvPr>
          <p:cNvCxnSpPr>
            <a:cxnSpLocks/>
          </p:cNvCxnSpPr>
          <p:nvPr/>
        </p:nvCxnSpPr>
        <p:spPr>
          <a:xfrm>
            <a:off x="1860666" y="5520186"/>
            <a:ext cx="3078858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91EF19D-BEF4-B1A1-3C24-B2EAC8888C70}"/>
              </a:ext>
            </a:extLst>
          </p:cNvPr>
          <p:cNvCxnSpPr>
            <a:cxnSpLocks/>
          </p:cNvCxnSpPr>
          <p:nvPr/>
        </p:nvCxnSpPr>
        <p:spPr>
          <a:xfrm>
            <a:off x="1838359" y="1857280"/>
            <a:ext cx="2680579" cy="38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F66F3B6-6225-B466-4397-2C8C84811A18}"/>
              </a:ext>
            </a:extLst>
          </p:cNvPr>
          <p:cNvCxnSpPr>
            <a:cxnSpLocks/>
          </p:cNvCxnSpPr>
          <p:nvPr/>
        </p:nvCxnSpPr>
        <p:spPr>
          <a:xfrm>
            <a:off x="3410899" y="4188346"/>
            <a:ext cx="70619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A164B6F5-2E93-2E21-0B9B-44514B420713}"/>
              </a:ext>
            </a:extLst>
          </p:cNvPr>
          <p:cNvSpPr/>
          <p:nvPr/>
        </p:nvSpPr>
        <p:spPr>
          <a:xfrm>
            <a:off x="4697982" y="1606848"/>
            <a:ext cx="1112486" cy="5085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Timing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E09CD6-A427-B619-6219-CA05006D0402}"/>
              </a:ext>
            </a:extLst>
          </p:cNvPr>
          <p:cNvSpPr txBox="1"/>
          <p:nvPr/>
        </p:nvSpPr>
        <p:spPr>
          <a:xfrm>
            <a:off x="821499" y="5163658"/>
            <a:ext cx="1724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Temp API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C133657-046D-494E-45FD-8EDAD94A6DE1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4939525" y="4645545"/>
            <a:ext cx="0" cy="8746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9F0DB536-0748-EE36-706E-635D372E1A0B}"/>
              </a:ext>
            </a:extLst>
          </p:cNvPr>
          <p:cNvSpPr/>
          <p:nvPr/>
        </p:nvSpPr>
        <p:spPr>
          <a:xfrm>
            <a:off x="4117090" y="2461600"/>
            <a:ext cx="1644869" cy="21839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Analysis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F278C50-33C3-AAA3-FC79-12727574F54C}"/>
              </a:ext>
            </a:extLst>
          </p:cNvPr>
          <p:cNvCxnSpPr>
            <a:cxnSpLocks/>
          </p:cNvCxnSpPr>
          <p:nvPr/>
        </p:nvCxnSpPr>
        <p:spPr>
          <a:xfrm>
            <a:off x="4518938" y="1856736"/>
            <a:ext cx="0" cy="5966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F465140-2B54-4558-3963-4462782C3F17}"/>
              </a:ext>
            </a:extLst>
          </p:cNvPr>
          <p:cNvCxnSpPr>
            <a:cxnSpLocks/>
          </p:cNvCxnSpPr>
          <p:nvPr/>
        </p:nvCxnSpPr>
        <p:spPr>
          <a:xfrm flipV="1">
            <a:off x="5539099" y="859507"/>
            <a:ext cx="0" cy="747341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BFEB56B-9174-3D01-7914-137CF5D2CB2F}"/>
              </a:ext>
            </a:extLst>
          </p:cNvPr>
          <p:cNvCxnSpPr>
            <a:cxnSpLocks/>
          </p:cNvCxnSpPr>
          <p:nvPr/>
        </p:nvCxnSpPr>
        <p:spPr>
          <a:xfrm flipH="1">
            <a:off x="1832527" y="2308446"/>
            <a:ext cx="2528406" cy="0"/>
          </a:xfrm>
          <a:prstGeom prst="straightConnector1">
            <a:avLst/>
          </a:prstGeom>
          <a:ln w="19050">
            <a:solidFill>
              <a:schemeClr val="tx1"/>
            </a:solidFill>
            <a:round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AA68F63-F387-6D1B-5571-854AEF2B225C}"/>
              </a:ext>
            </a:extLst>
          </p:cNvPr>
          <p:cNvCxnSpPr>
            <a:cxnSpLocks/>
          </p:cNvCxnSpPr>
          <p:nvPr/>
        </p:nvCxnSpPr>
        <p:spPr>
          <a:xfrm flipV="1">
            <a:off x="4360933" y="2308445"/>
            <a:ext cx="0" cy="153155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16B87B-FF7C-A3C5-B94F-42D55D18AA75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5761959" y="3553571"/>
            <a:ext cx="977801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22484D2-0DEF-9FB5-C318-0C0AF07CB91D}"/>
              </a:ext>
            </a:extLst>
          </p:cNvPr>
          <p:cNvSpPr txBox="1"/>
          <p:nvPr/>
        </p:nvSpPr>
        <p:spPr>
          <a:xfrm>
            <a:off x="5790982" y="3230406"/>
            <a:ext cx="1353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Analysis</a:t>
            </a:r>
          </a:p>
          <a:p>
            <a:pPr algn="ctr"/>
            <a:r>
              <a:rPr lang="en-US" dirty="0"/>
              <a:t>API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6B7D2A-3C41-C5B3-9AEF-D00CF07EF6DC}"/>
              </a:ext>
            </a:extLst>
          </p:cNvPr>
          <p:cNvSpPr/>
          <p:nvPr/>
        </p:nvSpPr>
        <p:spPr>
          <a:xfrm>
            <a:off x="2638443" y="1558431"/>
            <a:ext cx="1162106" cy="596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NUC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4516AC-3854-69F3-969E-70E6384F9C16}"/>
              </a:ext>
            </a:extLst>
          </p:cNvPr>
          <p:cNvSpPr txBox="1"/>
          <p:nvPr/>
        </p:nvSpPr>
        <p:spPr>
          <a:xfrm>
            <a:off x="1286430" y="1884837"/>
            <a:ext cx="1253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 API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83243EF-21E3-CD34-3157-E7ECFF9254DD}"/>
              </a:ext>
            </a:extLst>
          </p:cNvPr>
          <p:cNvCxnSpPr>
            <a:cxnSpLocks/>
          </p:cNvCxnSpPr>
          <p:nvPr/>
        </p:nvCxnSpPr>
        <p:spPr>
          <a:xfrm flipV="1">
            <a:off x="2735485" y="2155042"/>
            <a:ext cx="0" cy="33651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6A60192-828A-81B0-1B9F-155F30972D2B}"/>
              </a:ext>
            </a:extLst>
          </p:cNvPr>
          <p:cNvSpPr/>
          <p:nvPr/>
        </p:nvSpPr>
        <p:spPr>
          <a:xfrm>
            <a:off x="2781029" y="2883892"/>
            <a:ext cx="1259739" cy="596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Histograms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91EE6E-D671-D4BF-A8DB-6FBEC31D3149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3219496" y="2155042"/>
            <a:ext cx="0" cy="7288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EADFBD-5C72-B1FD-625A-C7913C016BA4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410899" y="3480503"/>
            <a:ext cx="0" cy="707843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3254CCD-59AE-BFCB-8B01-D45CBFCD016C}"/>
              </a:ext>
            </a:extLst>
          </p:cNvPr>
          <p:cNvCxnSpPr>
            <a:cxnSpLocks/>
          </p:cNvCxnSpPr>
          <p:nvPr/>
        </p:nvCxnSpPr>
        <p:spPr>
          <a:xfrm>
            <a:off x="1778092" y="3241239"/>
            <a:ext cx="65555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596344-7582-A6E4-85CA-FD1324705E92}"/>
              </a:ext>
            </a:extLst>
          </p:cNvPr>
          <p:cNvSpPr txBox="1"/>
          <p:nvPr/>
        </p:nvSpPr>
        <p:spPr>
          <a:xfrm>
            <a:off x="958592" y="2878986"/>
            <a:ext cx="1708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Control API</a:t>
            </a:r>
          </a:p>
        </p:txBody>
      </p:sp>
    </p:spTree>
    <p:extLst>
      <p:ext uri="{BB962C8B-B14F-4D97-AF65-F5344CB8AC3E}">
        <p14:creationId xmlns:p14="http://schemas.microsoft.com/office/powerpoint/2010/main" val="3719167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3164</TotalTime>
  <Words>256</Words>
  <Application>Microsoft Office PowerPoint</Application>
  <PresentationFormat>Widescreen</PresentationFormat>
  <Paragraphs>110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Russell Taylor</dc:creator>
  <cp:lastModifiedBy>Russell Taylor</cp:lastModifiedBy>
  <cp:revision>168</cp:revision>
  <dcterms:created xsi:type="dcterms:W3CDTF">2023-10-18T19:03:52Z</dcterms:created>
  <dcterms:modified xsi:type="dcterms:W3CDTF">2025-10-14T21:25:09Z</dcterms:modified>
</cp:coreProperties>
</file>