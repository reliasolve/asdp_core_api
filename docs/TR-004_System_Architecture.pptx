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4" r:id="rId7"/>
    <p:sldId id="263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77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F47D1-22B6-CB61-5E6A-229F0FDEBA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BC3E85-44E1-6B2F-C3DB-0B008A0978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C7983-8144-6AD5-50A0-67E45293A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5A6C5-670B-498B-9FA6-803741FBB2CA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8A2B6-41C8-C268-C26C-DCD0D542C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3A2E3-7002-BA82-662C-58746F1FB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F81C-81B4-46AB-866D-8FCCD1B91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651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C49E4-492F-3E6C-DFD7-8254C7AB5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4C3C8-E4B7-E4EF-711C-7941B7645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EF544-768F-485D-DF9F-C3C388AAE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5A6C5-670B-498B-9FA6-803741FBB2CA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D2E78-0AD9-7149-3557-E1678925F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10821-1065-C0BC-34E1-0DC584896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F81C-81B4-46AB-866D-8FCCD1B91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069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1E41E-D270-C91E-490A-C3B6C2DD4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AA0E09-F4F7-A3EB-23EF-EF49EE7278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97291-3EF7-8A8B-5ECA-B6BA9F6CA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5A6C5-670B-498B-9FA6-803741FBB2CA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E8DC0-64BE-3BC5-DB54-838D9E8DF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792D3-1057-D376-D336-1286B5631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F81C-81B4-46AB-866D-8FCCD1B91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307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A4205-DC12-CF8D-6511-8C75123C1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23C5E-0CC5-74AE-AE54-75E8BCB319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2A85A9-7643-66C1-F578-D71F9919E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D2A93C-1A33-8425-46B6-1E0EE794F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5A6C5-670B-498B-9FA6-803741FBB2CA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682940-DB60-D2CE-1F0D-5DBB9A4F6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523AC9-925A-320D-0987-7C831DFF8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F81C-81B4-46AB-866D-8FCCD1B91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814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F2393-205C-ACFE-FAC3-A93C583CA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271F8D-6E50-D8F4-4E20-D9B68ADC8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52996B-B868-07EB-8F81-ADA52D6327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7C5E2A-F372-1B6D-BCDD-1181F17615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4FE4DC-C375-E41F-C047-F50115793A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1D54D4-F0C6-F92B-4FEA-3A50966CB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5A6C5-670B-498B-9FA6-803741FBB2CA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C18BD2-25A0-22FA-D483-57F1D67EF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BABA43-9797-83E5-7D4D-F95640894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F81C-81B4-46AB-866D-8FCCD1B91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061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F2F42-3516-B635-87AE-3192F2678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D449C8-F6E4-9926-8654-CDF45FB07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5A6C5-670B-498B-9FA6-803741FBB2CA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0432B7-AAB2-B142-2EE3-625D94672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30D4AE-65F1-5385-C51A-00A9DB2A4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F81C-81B4-46AB-866D-8FCCD1B91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13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4C9AE8-CCAF-B9CC-5CD9-7E21148CA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5A6C5-670B-498B-9FA6-803741FBB2CA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B6B200-6388-CE54-6F0C-A0668CF6E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6B9926-AE2D-A2BE-40C0-BC41C4B16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F81C-81B4-46AB-866D-8FCCD1B91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124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EA35B-83C2-914B-6F6F-C463485C1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590EC-4846-5C06-E269-AA1FF1376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DF2581-420D-2EA8-122E-6E4035CF71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A4E1BE-3F4C-5E13-8598-321F912DA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5A6C5-670B-498B-9FA6-803741FBB2CA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C8510B-8F6A-D71B-E618-CE7524B44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846381-A47F-7B07-3411-85B7E1FE3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F81C-81B4-46AB-866D-8FCCD1B91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84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80C49-0495-2DE5-0D98-C9B7145CD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6A0267-51D6-7B77-37E9-89DA96FC9C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BCC407-FA79-CC47-7A74-D7D74BD277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4C3B2-2107-1512-B7AF-9ADC9132D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5A6C5-670B-498B-9FA6-803741FBB2CA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98083C-6C26-14EB-F487-B7C2532EE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A354BC-DB0C-017B-E384-3FD5B1D69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F81C-81B4-46AB-866D-8FCCD1B91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50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84FDD-B0F2-1129-3FA0-D0A9270A6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979D77-D9BF-0635-A8B4-BEAA5C1B8B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23DE8-DDFE-92E1-6470-DA888F5F2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5A6C5-670B-498B-9FA6-803741FBB2CA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6E77B5-9037-D6B1-DDAD-36234E6F4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7FD0B4-D7B5-61C2-ECE1-44408E76B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F81C-81B4-46AB-866D-8FCCD1B91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959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A5A44D-D182-4DDB-5A33-49C9D3A132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46C5C0-BF1F-6369-E02F-0078B9FEAF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80E17-AD1F-169E-5C23-C65DA128C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5A6C5-670B-498B-9FA6-803741FBB2CA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0D1D0D-79B6-F845-63A1-F34B82A73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B277D-94E6-8193-C13A-D71C63B4A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F81C-81B4-46AB-866D-8FCCD1B91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518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D3DF11-9C02-FD66-2299-93108721D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3B887C-C645-959C-B5F3-EFBAEF6E9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66567-85AE-C43D-272D-A5CE75D279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5A6C5-670B-498B-9FA6-803741FBB2CA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FC54E-BDAA-02B1-ABFF-810240BD2D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CAD06-C8A4-D069-2957-B7BD864D48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00F81C-81B4-46AB-866D-8FCCD1B91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595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2A3462-146D-81FD-5600-A5C4FC339CDC}"/>
              </a:ext>
            </a:extLst>
          </p:cNvPr>
          <p:cNvSpPr/>
          <p:nvPr/>
        </p:nvSpPr>
        <p:spPr>
          <a:xfrm>
            <a:off x="1828800" y="977462"/>
            <a:ext cx="1371600" cy="18288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E0B917-8F36-6C16-D6E6-33FBF670F503}"/>
              </a:ext>
            </a:extLst>
          </p:cNvPr>
          <p:cNvSpPr/>
          <p:nvPr/>
        </p:nvSpPr>
        <p:spPr>
          <a:xfrm>
            <a:off x="3017520" y="977462"/>
            <a:ext cx="1371600" cy="18288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957E02-64BB-9DC7-C4A4-BD6EACF3F8E8}"/>
              </a:ext>
            </a:extLst>
          </p:cNvPr>
          <p:cNvSpPr/>
          <p:nvPr/>
        </p:nvSpPr>
        <p:spPr>
          <a:xfrm>
            <a:off x="4206240" y="977462"/>
            <a:ext cx="1371600" cy="18288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828A07-3F3D-02DB-1B22-36CB6B057F01}"/>
              </a:ext>
            </a:extLst>
          </p:cNvPr>
          <p:cNvSpPr/>
          <p:nvPr/>
        </p:nvSpPr>
        <p:spPr>
          <a:xfrm>
            <a:off x="5394960" y="977462"/>
            <a:ext cx="1371600" cy="18288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62EEB5-0B5E-9CD0-6CE9-E638193230DF}"/>
              </a:ext>
            </a:extLst>
          </p:cNvPr>
          <p:cNvSpPr/>
          <p:nvPr/>
        </p:nvSpPr>
        <p:spPr>
          <a:xfrm>
            <a:off x="6583680" y="977462"/>
            <a:ext cx="1371600" cy="18288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081E73-9886-133D-C8CE-081BFB5BD7D4}"/>
              </a:ext>
            </a:extLst>
          </p:cNvPr>
          <p:cNvSpPr/>
          <p:nvPr/>
        </p:nvSpPr>
        <p:spPr>
          <a:xfrm>
            <a:off x="7772400" y="977462"/>
            <a:ext cx="1371600" cy="18288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1F0A43-36CA-B75C-3FA3-D5EA28D4D4AC}"/>
              </a:ext>
            </a:extLst>
          </p:cNvPr>
          <p:cNvSpPr/>
          <p:nvPr/>
        </p:nvSpPr>
        <p:spPr>
          <a:xfrm>
            <a:off x="1828800" y="2624365"/>
            <a:ext cx="1371600" cy="18288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9C08D2-B9EB-1CA8-75B3-BFE4D483FD40}"/>
              </a:ext>
            </a:extLst>
          </p:cNvPr>
          <p:cNvSpPr/>
          <p:nvPr/>
        </p:nvSpPr>
        <p:spPr>
          <a:xfrm>
            <a:off x="3017520" y="2624365"/>
            <a:ext cx="1371600" cy="18288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6B0F16-9DF4-74B4-C82C-ED2C7BE3DD78}"/>
              </a:ext>
            </a:extLst>
          </p:cNvPr>
          <p:cNvSpPr/>
          <p:nvPr/>
        </p:nvSpPr>
        <p:spPr>
          <a:xfrm>
            <a:off x="4206240" y="2624365"/>
            <a:ext cx="1371600" cy="18288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651FD5-920A-B33A-B8C9-5FE2D4C34B9B}"/>
              </a:ext>
            </a:extLst>
          </p:cNvPr>
          <p:cNvSpPr/>
          <p:nvPr/>
        </p:nvSpPr>
        <p:spPr>
          <a:xfrm>
            <a:off x="5394960" y="2624365"/>
            <a:ext cx="1371600" cy="18288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0BC6AF-55AE-9BB1-A73A-E7BB37A0F089}"/>
              </a:ext>
            </a:extLst>
          </p:cNvPr>
          <p:cNvSpPr/>
          <p:nvPr/>
        </p:nvSpPr>
        <p:spPr>
          <a:xfrm>
            <a:off x="6583680" y="2624365"/>
            <a:ext cx="1371600" cy="18288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BE568D-75AC-7F94-2523-6BD876B6C17B}"/>
              </a:ext>
            </a:extLst>
          </p:cNvPr>
          <p:cNvSpPr/>
          <p:nvPr/>
        </p:nvSpPr>
        <p:spPr>
          <a:xfrm>
            <a:off x="7772400" y="2624365"/>
            <a:ext cx="1371600" cy="18288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FDB9E9-F950-A4A4-97A5-125E1FFBD87C}"/>
              </a:ext>
            </a:extLst>
          </p:cNvPr>
          <p:cNvSpPr/>
          <p:nvPr/>
        </p:nvSpPr>
        <p:spPr>
          <a:xfrm>
            <a:off x="1828800" y="4271268"/>
            <a:ext cx="1371600" cy="18288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937C8F-FDFD-1BDF-7A32-0BDC0EBCA13D}"/>
              </a:ext>
            </a:extLst>
          </p:cNvPr>
          <p:cNvSpPr/>
          <p:nvPr/>
        </p:nvSpPr>
        <p:spPr>
          <a:xfrm>
            <a:off x="3017520" y="4271268"/>
            <a:ext cx="1371600" cy="18288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FDBBF2-820E-797D-B46E-2663F5F452FE}"/>
              </a:ext>
            </a:extLst>
          </p:cNvPr>
          <p:cNvSpPr/>
          <p:nvPr/>
        </p:nvSpPr>
        <p:spPr>
          <a:xfrm>
            <a:off x="4206240" y="4271268"/>
            <a:ext cx="1371600" cy="18288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8266D10-C798-9637-9988-65EB02A347C5}"/>
              </a:ext>
            </a:extLst>
          </p:cNvPr>
          <p:cNvSpPr/>
          <p:nvPr/>
        </p:nvSpPr>
        <p:spPr>
          <a:xfrm>
            <a:off x="5394960" y="4271268"/>
            <a:ext cx="1371600" cy="18288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DFA24B-28F0-DDF8-3EF3-FE9503A5C056}"/>
              </a:ext>
            </a:extLst>
          </p:cNvPr>
          <p:cNvSpPr/>
          <p:nvPr/>
        </p:nvSpPr>
        <p:spPr>
          <a:xfrm>
            <a:off x="6583680" y="4271268"/>
            <a:ext cx="1371600" cy="18288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5EB2E39-4288-039F-52CD-6D74AE99B5AA}"/>
              </a:ext>
            </a:extLst>
          </p:cNvPr>
          <p:cNvSpPr/>
          <p:nvPr/>
        </p:nvSpPr>
        <p:spPr>
          <a:xfrm>
            <a:off x="7772400" y="4271268"/>
            <a:ext cx="1371600" cy="18288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allout: Line 19">
            <a:extLst>
              <a:ext uri="{FF2B5EF4-FFF2-40B4-BE49-F238E27FC236}">
                <a16:creationId xmlns:a16="http://schemas.microsoft.com/office/drawing/2014/main" id="{0AB793D3-4FA2-5A0D-46C0-992F57AFC74D}"/>
              </a:ext>
            </a:extLst>
          </p:cNvPr>
          <p:cNvSpPr/>
          <p:nvPr/>
        </p:nvSpPr>
        <p:spPr>
          <a:xfrm>
            <a:off x="6862916" y="422787"/>
            <a:ext cx="1818967" cy="446520"/>
          </a:xfrm>
          <a:prstGeom prst="borderCallout1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30-degree width</a:t>
            </a:r>
          </a:p>
        </p:txBody>
      </p:sp>
      <p:sp>
        <p:nvSpPr>
          <p:cNvPr id="21" name="Callout: Line 20">
            <a:extLst>
              <a:ext uri="{FF2B5EF4-FFF2-40B4-BE49-F238E27FC236}">
                <a16:creationId xmlns:a16="http://schemas.microsoft.com/office/drawing/2014/main" id="{F27C1F83-EE33-880E-8A5C-3878512689EB}"/>
              </a:ext>
            </a:extLst>
          </p:cNvPr>
          <p:cNvSpPr/>
          <p:nvPr/>
        </p:nvSpPr>
        <p:spPr>
          <a:xfrm>
            <a:off x="3882758" y="422787"/>
            <a:ext cx="2018563" cy="446520"/>
          </a:xfrm>
          <a:prstGeom prst="borderCallout1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3-5-degree overlap</a:t>
            </a:r>
          </a:p>
        </p:txBody>
      </p:sp>
      <p:sp>
        <p:nvSpPr>
          <p:cNvPr id="22" name="Callout: Line 21">
            <a:extLst>
              <a:ext uri="{FF2B5EF4-FFF2-40B4-BE49-F238E27FC236}">
                <a16:creationId xmlns:a16="http://schemas.microsoft.com/office/drawing/2014/main" id="{74BD6341-19AC-7C29-F72E-19EF79FF5B6C}"/>
              </a:ext>
            </a:extLst>
          </p:cNvPr>
          <p:cNvSpPr/>
          <p:nvPr/>
        </p:nvSpPr>
        <p:spPr>
          <a:xfrm rot="5400000">
            <a:off x="8598310" y="3138525"/>
            <a:ext cx="1818967" cy="446520"/>
          </a:xfrm>
          <a:prstGeom prst="borderCallout1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40-degree height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6D091B9-1427-A19F-520A-FE91C7B261C7}"/>
              </a:ext>
            </a:extLst>
          </p:cNvPr>
          <p:cNvSpPr/>
          <p:nvPr/>
        </p:nvSpPr>
        <p:spPr>
          <a:xfrm>
            <a:off x="2788920" y="2482221"/>
            <a:ext cx="1828800" cy="1371600"/>
          </a:xfrm>
          <a:prstGeom prst="rect">
            <a:avLst/>
          </a:prstGeom>
          <a:noFill/>
          <a:ln w="317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40x30 view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6CD127E-AB94-FF11-FCC2-02AA95175524}"/>
              </a:ext>
            </a:extLst>
          </p:cNvPr>
          <p:cNvSpPr/>
          <p:nvPr/>
        </p:nvSpPr>
        <p:spPr>
          <a:xfrm>
            <a:off x="5299587" y="3235999"/>
            <a:ext cx="2788920" cy="1371600"/>
          </a:xfrm>
          <a:prstGeom prst="rect">
            <a:avLst/>
          </a:prstGeom>
          <a:noFill/>
          <a:ln w="317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61x30 view</a:t>
            </a:r>
          </a:p>
        </p:txBody>
      </p:sp>
    </p:spTree>
    <p:extLst>
      <p:ext uri="{BB962C8B-B14F-4D97-AF65-F5344CB8AC3E}">
        <p14:creationId xmlns:p14="http://schemas.microsoft.com/office/powerpoint/2010/main" val="2274309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omputer generated image of a square&#10;&#10;Description automatically generated">
            <a:extLst>
              <a:ext uri="{FF2B5EF4-FFF2-40B4-BE49-F238E27FC236}">
                <a16:creationId xmlns:a16="http://schemas.microsoft.com/office/drawing/2014/main" id="{F2710707-6E1C-BE68-A6FD-40BDFEF88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219" y="1251810"/>
            <a:ext cx="4770755" cy="3921760"/>
          </a:xfrm>
          <a:prstGeom prst="rect">
            <a:avLst/>
          </a:prstGeom>
        </p:spPr>
      </p:pic>
      <p:pic>
        <p:nvPicPr>
          <p:cNvPr id="3" name="Picture 2" descr="A grid with blue lines&#10;&#10;Description automatically generated">
            <a:extLst>
              <a:ext uri="{FF2B5EF4-FFF2-40B4-BE49-F238E27FC236}">
                <a16:creationId xmlns:a16="http://schemas.microsoft.com/office/drawing/2014/main" id="{D1C85BBD-7DEE-351C-A041-BA4145BFD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6667" y="1684518"/>
            <a:ext cx="6070600" cy="3227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377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6491F80E-CFF2-C78D-DF89-2EA7D866ACB9}"/>
              </a:ext>
            </a:extLst>
          </p:cNvPr>
          <p:cNvGrpSpPr/>
          <p:nvPr/>
        </p:nvGrpSpPr>
        <p:grpSpPr>
          <a:xfrm>
            <a:off x="563193" y="1270750"/>
            <a:ext cx="524628" cy="815863"/>
            <a:chOff x="1241110" y="1688536"/>
            <a:chExt cx="524628" cy="815863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7202F3A2-0D4A-3AEC-397C-4A2BB22BBD7D}"/>
                </a:ext>
              </a:extLst>
            </p:cNvPr>
            <p:cNvGrpSpPr/>
            <p:nvPr/>
          </p:nvGrpSpPr>
          <p:grpSpPr>
            <a:xfrm>
              <a:off x="1241110" y="1974668"/>
              <a:ext cx="524628" cy="240387"/>
              <a:chOff x="902752" y="2750748"/>
              <a:chExt cx="982230" cy="449110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FBAA939-E1AD-2B13-E011-57A52A4D90AA}"/>
                  </a:ext>
                </a:extLst>
              </p:cNvPr>
              <p:cNvSpPr/>
              <p:nvPr/>
            </p:nvSpPr>
            <p:spPr>
              <a:xfrm>
                <a:off x="1260610" y="2750748"/>
                <a:ext cx="624372" cy="44911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Isosceles Triangle 38">
                <a:extLst>
                  <a:ext uri="{FF2B5EF4-FFF2-40B4-BE49-F238E27FC236}">
                    <a16:creationId xmlns:a16="http://schemas.microsoft.com/office/drawing/2014/main" id="{A768C364-BB2E-C018-B42D-0C18D94DCFC2}"/>
                  </a:ext>
                </a:extLst>
              </p:cNvPr>
              <p:cNvSpPr/>
              <p:nvPr/>
            </p:nvSpPr>
            <p:spPr>
              <a:xfrm rot="5400000">
                <a:off x="948591" y="2796375"/>
                <a:ext cx="266180" cy="357857"/>
              </a:xfrm>
              <a:prstGeom prst="triangl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05736D8-3F07-4397-3ED6-A947D84BED8A}"/>
                </a:ext>
              </a:extLst>
            </p:cNvPr>
            <p:cNvGrpSpPr/>
            <p:nvPr/>
          </p:nvGrpSpPr>
          <p:grpSpPr>
            <a:xfrm>
              <a:off x="1241110" y="1688536"/>
              <a:ext cx="524627" cy="240387"/>
              <a:chOff x="902753" y="2711017"/>
              <a:chExt cx="982229" cy="449110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B5B2E58-76DF-F2AB-B71F-4AD6287CE28C}"/>
                  </a:ext>
                </a:extLst>
              </p:cNvPr>
              <p:cNvSpPr/>
              <p:nvPr/>
            </p:nvSpPr>
            <p:spPr>
              <a:xfrm>
                <a:off x="1260610" y="2711017"/>
                <a:ext cx="624372" cy="44911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Isosceles Triangle 38">
                <a:extLst>
                  <a:ext uri="{FF2B5EF4-FFF2-40B4-BE49-F238E27FC236}">
                    <a16:creationId xmlns:a16="http://schemas.microsoft.com/office/drawing/2014/main" id="{07385D65-C938-F7C7-A93A-B6587D56DD0A}"/>
                  </a:ext>
                </a:extLst>
              </p:cNvPr>
              <p:cNvSpPr/>
              <p:nvPr/>
            </p:nvSpPr>
            <p:spPr>
              <a:xfrm rot="5400000">
                <a:off x="948591" y="2756645"/>
                <a:ext cx="266179" cy="357856"/>
              </a:xfrm>
              <a:prstGeom prst="triangl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0A06361-6A78-18FA-7A82-CA830E886446}"/>
                </a:ext>
              </a:extLst>
            </p:cNvPr>
            <p:cNvGrpSpPr/>
            <p:nvPr/>
          </p:nvGrpSpPr>
          <p:grpSpPr>
            <a:xfrm>
              <a:off x="1241110" y="2264012"/>
              <a:ext cx="524628" cy="240387"/>
              <a:chOff x="902752" y="2750748"/>
              <a:chExt cx="982230" cy="44911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52B9BE2-88B0-C7F1-9EFE-38B4A0BE9C12}"/>
                  </a:ext>
                </a:extLst>
              </p:cNvPr>
              <p:cNvSpPr/>
              <p:nvPr/>
            </p:nvSpPr>
            <p:spPr>
              <a:xfrm>
                <a:off x="1260610" y="2750748"/>
                <a:ext cx="624372" cy="44911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Isosceles Triangle 38">
                <a:extLst>
                  <a:ext uri="{FF2B5EF4-FFF2-40B4-BE49-F238E27FC236}">
                    <a16:creationId xmlns:a16="http://schemas.microsoft.com/office/drawing/2014/main" id="{35947953-CD0F-87F3-828E-8C47A2D79764}"/>
                  </a:ext>
                </a:extLst>
              </p:cNvPr>
              <p:cNvSpPr/>
              <p:nvPr/>
            </p:nvSpPr>
            <p:spPr>
              <a:xfrm rot="5400000">
                <a:off x="948591" y="2796375"/>
                <a:ext cx="266180" cy="357857"/>
              </a:xfrm>
              <a:prstGeom prst="triangl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FC0574B7-A1AE-51F7-EDBF-84890B9CC604}"/>
              </a:ext>
            </a:extLst>
          </p:cNvPr>
          <p:cNvSpPr/>
          <p:nvPr/>
        </p:nvSpPr>
        <p:spPr>
          <a:xfrm>
            <a:off x="2477416" y="1219875"/>
            <a:ext cx="1644869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Capture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1B5109-9DF1-8B67-E5E3-0BB513F49A8B}"/>
              </a:ext>
            </a:extLst>
          </p:cNvPr>
          <p:cNvSpPr txBox="1"/>
          <p:nvPr/>
        </p:nvSpPr>
        <p:spPr>
          <a:xfrm>
            <a:off x="2032421" y="548385"/>
            <a:ext cx="25348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Basic Capture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478E5F-D44B-D7B4-D243-3BB53E42C953}"/>
              </a:ext>
            </a:extLst>
          </p:cNvPr>
          <p:cNvSpPr txBox="1"/>
          <p:nvPr/>
        </p:nvSpPr>
        <p:spPr>
          <a:xfrm rot="16200000">
            <a:off x="-990204" y="1421172"/>
            <a:ext cx="2559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3-25 cameras (MIPI)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D57C86D-5CD1-2914-B880-B752A0704008}"/>
              </a:ext>
            </a:extLst>
          </p:cNvPr>
          <p:cNvCxnSpPr>
            <a:cxnSpLocks/>
            <a:stCxn id="3" idx="3"/>
            <a:endCxn id="12" idx="1"/>
          </p:cNvCxnSpPr>
          <p:nvPr/>
        </p:nvCxnSpPr>
        <p:spPr>
          <a:xfrm flipV="1">
            <a:off x="1087821" y="1677075"/>
            <a:ext cx="1389595" cy="1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3DA66AD-9FD6-C519-1CF1-099C23959921}"/>
              </a:ext>
            </a:extLst>
          </p:cNvPr>
          <p:cNvSpPr txBox="1"/>
          <p:nvPr/>
        </p:nvSpPr>
        <p:spPr>
          <a:xfrm>
            <a:off x="945471" y="1332223"/>
            <a:ext cx="1644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&lt;=3.93GB/s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51CF2C4-4C2A-D493-E56D-F839E092FCEC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1087821" y="1895183"/>
            <a:ext cx="1389595" cy="7123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72CF43A-251A-23E5-D35A-4FAFA365CD23}"/>
              </a:ext>
            </a:extLst>
          </p:cNvPr>
          <p:cNvCxnSpPr>
            <a:cxnSpLocks/>
          </p:cNvCxnSpPr>
          <p:nvPr/>
        </p:nvCxnSpPr>
        <p:spPr>
          <a:xfrm flipH="1">
            <a:off x="1087821" y="1997690"/>
            <a:ext cx="1389595" cy="7123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22189DE-F736-78A5-2DF6-3E18F98ACFC1}"/>
              </a:ext>
            </a:extLst>
          </p:cNvPr>
          <p:cNvSpPr txBox="1"/>
          <p:nvPr/>
        </p:nvSpPr>
        <p:spPr>
          <a:xfrm>
            <a:off x="921076" y="2046407"/>
            <a:ext cx="1644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Trigger(s)</a:t>
            </a:r>
          </a:p>
        </p:txBody>
      </p:sp>
      <p:sp>
        <p:nvSpPr>
          <p:cNvPr id="27" name="Cylinder 26">
            <a:extLst>
              <a:ext uri="{FF2B5EF4-FFF2-40B4-BE49-F238E27FC236}">
                <a16:creationId xmlns:a16="http://schemas.microsoft.com/office/drawing/2014/main" id="{7DDAC0E0-5363-D172-AFCE-0C88FE270BBB}"/>
              </a:ext>
            </a:extLst>
          </p:cNvPr>
          <p:cNvSpPr/>
          <p:nvPr/>
        </p:nvSpPr>
        <p:spPr>
          <a:xfrm>
            <a:off x="5511880" y="994070"/>
            <a:ext cx="1307690" cy="1366009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Storage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D92588B-8A44-C2CA-3588-F8DD13EC96C2}"/>
              </a:ext>
            </a:extLst>
          </p:cNvPr>
          <p:cNvCxnSpPr>
            <a:cxnSpLocks/>
            <a:stCxn id="12" idx="3"/>
            <a:endCxn id="27" idx="2"/>
          </p:cNvCxnSpPr>
          <p:nvPr/>
        </p:nvCxnSpPr>
        <p:spPr>
          <a:xfrm>
            <a:off x="4122285" y="1677075"/>
            <a:ext cx="1389595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21A159C-53C0-6A8D-E9CC-BAC8A5BE459F}"/>
              </a:ext>
            </a:extLst>
          </p:cNvPr>
          <p:cNvSpPr txBox="1"/>
          <p:nvPr/>
        </p:nvSpPr>
        <p:spPr>
          <a:xfrm>
            <a:off x="3994647" y="1340973"/>
            <a:ext cx="1644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&lt;=3.93GB/s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3F96638-D177-0075-C81C-DB6A33CE84BC}"/>
              </a:ext>
            </a:extLst>
          </p:cNvPr>
          <p:cNvCxnSpPr>
            <a:cxnSpLocks/>
          </p:cNvCxnSpPr>
          <p:nvPr/>
        </p:nvCxnSpPr>
        <p:spPr>
          <a:xfrm>
            <a:off x="1081918" y="1319364"/>
            <a:ext cx="140081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017A153-8D41-D3B9-1F28-9FAA7E15005F}"/>
              </a:ext>
            </a:extLst>
          </p:cNvPr>
          <p:cNvSpPr txBox="1"/>
          <p:nvPr/>
        </p:nvSpPr>
        <p:spPr>
          <a:xfrm>
            <a:off x="1001629" y="1007954"/>
            <a:ext cx="1475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temperature</a:t>
            </a:r>
          </a:p>
        </p:txBody>
      </p:sp>
    </p:spTree>
    <p:extLst>
      <p:ext uri="{BB962C8B-B14F-4D97-AF65-F5344CB8AC3E}">
        <p14:creationId xmlns:p14="http://schemas.microsoft.com/office/powerpoint/2010/main" val="1674105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6B1B5109-9DF1-8B67-E5E3-0BB513F49A8B}"/>
              </a:ext>
            </a:extLst>
          </p:cNvPr>
          <p:cNvSpPr txBox="1"/>
          <p:nvPr/>
        </p:nvSpPr>
        <p:spPr>
          <a:xfrm>
            <a:off x="5930235" y="416432"/>
            <a:ext cx="25348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Basic IR Replay</a:t>
            </a:r>
          </a:p>
        </p:txBody>
      </p:sp>
      <p:sp>
        <p:nvSpPr>
          <p:cNvPr id="27" name="Cylinder 26">
            <a:extLst>
              <a:ext uri="{FF2B5EF4-FFF2-40B4-BE49-F238E27FC236}">
                <a16:creationId xmlns:a16="http://schemas.microsoft.com/office/drawing/2014/main" id="{7DDAC0E0-5363-D172-AFCE-0C88FE270BBB}"/>
              </a:ext>
            </a:extLst>
          </p:cNvPr>
          <p:cNvSpPr/>
          <p:nvPr/>
        </p:nvSpPr>
        <p:spPr>
          <a:xfrm>
            <a:off x="4571617" y="970421"/>
            <a:ext cx="1307690" cy="1366009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Storage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D92588B-8A44-C2CA-3588-F8DD13EC96C2}"/>
              </a:ext>
            </a:extLst>
          </p:cNvPr>
          <p:cNvCxnSpPr>
            <a:cxnSpLocks/>
            <a:stCxn id="27" idx="4"/>
          </p:cNvCxnSpPr>
          <p:nvPr/>
        </p:nvCxnSpPr>
        <p:spPr>
          <a:xfrm>
            <a:off x="5879307" y="1653426"/>
            <a:ext cx="991846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21A159C-53C0-6A8D-E9CC-BAC8A5BE459F}"/>
              </a:ext>
            </a:extLst>
          </p:cNvPr>
          <p:cNvSpPr txBox="1"/>
          <p:nvPr/>
        </p:nvSpPr>
        <p:spPr>
          <a:xfrm>
            <a:off x="5552795" y="1240160"/>
            <a:ext cx="1644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3.3GB/s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7B1766C-7598-AB2D-5978-E66AD805A5E9}"/>
              </a:ext>
            </a:extLst>
          </p:cNvPr>
          <p:cNvSpPr/>
          <p:nvPr/>
        </p:nvSpPr>
        <p:spPr>
          <a:xfrm>
            <a:off x="6881385" y="1219875"/>
            <a:ext cx="1644869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Render + Display</a:t>
            </a:r>
          </a:p>
        </p:txBody>
      </p:sp>
      <p:pic>
        <p:nvPicPr>
          <p:cNvPr id="34" name="Picture 33" descr="A pair of monitors with joysticks&#10;&#10;Description automatically generated">
            <a:extLst>
              <a:ext uri="{FF2B5EF4-FFF2-40B4-BE49-F238E27FC236}">
                <a16:creationId xmlns:a16="http://schemas.microsoft.com/office/drawing/2014/main" id="{7AC72AA5-9431-F3E2-244A-0E66D732B87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380"/>
          <a:stretch/>
        </p:blipFill>
        <p:spPr>
          <a:xfrm>
            <a:off x="9105610" y="2174121"/>
            <a:ext cx="698183" cy="1161415"/>
          </a:xfrm>
          <a:prstGeom prst="rect">
            <a:avLst/>
          </a:prstGeom>
        </p:spPr>
      </p:pic>
      <p:pic>
        <p:nvPicPr>
          <p:cNvPr id="33" name="Picture 32" descr="A pair of monitors with joysticks&#10;&#10;Description automatically generated">
            <a:extLst>
              <a:ext uri="{FF2B5EF4-FFF2-40B4-BE49-F238E27FC236}">
                <a16:creationId xmlns:a16="http://schemas.microsoft.com/office/drawing/2014/main" id="{FC1238F4-404C-71E9-FDE5-C4F6C10C525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471"/>
          <a:stretch/>
        </p:blipFill>
        <p:spPr>
          <a:xfrm>
            <a:off x="8979881" y="1096367"/>
            <a:ext cx="949642" cy="1161415"/>
          </a:xfrm>
          <a:prstGeom prst="rect">
            <a:avLst/>
          </a:prstGeom>
        </p:spPr>
      </p:pic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D1DA13B-DB01-71DD-8FA3-3EBFF022DD55}"/>
              </a:ext>
            </a:extLst>
          </p:cNvPr>
          <p:cNvCxnSpPr>
            <a:cxnSpLocks/>
            <a:stCxn id="31" idx="3"/>
            <a:endCxn id="33" idx="1"/>
          </p:cNvCxnSpPr>
          <p:nvPr/>
        </p:nvCxnSpPr>
        <p:spPr>
          <a:xfrm>
            <a:off x="8526254" y="1677075"/>
            <a:ext cx="453627" cy="0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A155ABF-80CE-E29F-58DC-9AA08A88A44E}"/>
              </a:ext>
            </a:extLst>
          </p:cNvPr>
          <p:cNvCxnSpPr>
            <a:cxnSpLocks/>
            <a:endCxn id="34" idx="1"/>
          </p:cNvCxnSpPr>
          <p:nvPr/>
        </p:nvCxnSpPr>
        <p:spPr>
          <a:xfrm>
            <a:off x="8526254" y="2134275"/>
            <a:ext cx="579356" cy="620554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2423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C0574B7-A1AE-51F7-EDBF-84890B9CC604}"/>
              </a:ext>
            </a:extLst>
          </p:cNvPr>
          <p:cNvSpPr/>
          <p:nvPr/>
        </p:nvSpPr>
        <p:spPr>
          <a:xfrm>
            <a:off x="3399436" y="2583855"/>
            <a:ext cx="1644869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Capture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1B5109-9DF1-8B67-E5E3-0BB513F49A8B}"/>
              </a:ext>
            </a:extLst>
          </p:cNvPr>
          <p:cNvSpPr txBox="1"/>
          <p:nvPr/>
        </p:nvSpPr>
        <p:spPr>
          <a:xfrm>
            <a:off x="3767652" y="1680908"/>
            <a:ext cx="2834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Basic IR Live Xsight</a:t>
            </a:r>
          </a:p>
        </p:txBody>
      </p:sp>
      <p:sp>
        <p:nvSpPr>
          <p:cNvPr id="27" name="Cylinder 26">
            <a:extLst>
              <a:ext uri="{FF2B5EF4-FFF2-40B4-BE49-F238E27FC236}">
                <a16:creationId xmlns:a16="http://schemas.microsoft.com/office/drawing/2014/main" id="{7DDAC0E0-5363-D172-AFCE-0C88FE270BBB}"/>
              </a:ext>
            </a:extLst>
          </p:cNvPr>
          <p:cNvSpPr/>
          <p:nvPr/>
        </p:nvSpPr>
        <p:spPr>
          <a:xfrm>
            <a:off x="7971994" y="3595174"/>
            <a:ext cx="1307690" cy="1366009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Storage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D92588B-8A44-C2CA-3588-F8DD13EC96C2}"/>
              </a:ext>
            </a:extLst>
          </p:cNvPr>
          <p:cNvCxnSpPr>
            <a:cxnSpLocks/>
            <a:stCxn id="27" idx="2"/>
            <a:endCxn id="28" idx="3"/>
          </p:cNvCxnSpPr>
          <p:nvPr/>
        </p:nvCxnSpPr>
        <p:spPr>
          <a:xfrm flipH="1" flipV="1">
            <a:off x="6689172" y="3041055"/>
            <a:ext cx="1282822" cy="1237124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21A159C-53C0-6A8D-E9CC-BAC8A5BE459F}"/>
              </a:ext>
            </a:extLst>
          </p:cNvPr>
          <p:cNvSpPr txBox="1"/>
          <p:nvPr/>
        </p:nvSpPr>
        <p:spPr>
          <a:xfrm rot="2635790">
            <a:off x="6477832" y="3623229"/>
            <a:ext cx="1475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3.3GB/s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195562C-B37B-96DC-EC0E-022F21E2FC95}"/>
              </a:ext>
            </a:extLst>
          </p:cNvPr>
          <p:cNvSpPr/>
          <p:nvPr/>
        </p:nvSpPr>
        <p:spPr>
          <a:xfrm>
            <a:off x="5044303" y="2583855"/>
            <a:ext cx="1644869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Selector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7B1766C-7598-AB2D-5978-E66AD805A5E9}"/>
              </a:ext>
            </a:extLst>
          </p:cNvPr>
          <p:cNvSpPr/>
          <p:nvPr/>
        </p:nvSpPr>
        <p:spPr>
          <a:xfrm>
            <a:off x="7803405" y="2583855"/>
            <a:ext cx="1644869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Render + Display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D1DA13B-DB01-71DD-8FA3-3EBFF022DD55}"/>
              </a:ext>
            </a:extLst>
          </p:cNvPr>
          <p:cNvCxnSpPr>
            <a:cxnSpLocks/>
            <a:stCxn id="31" idx="3"/>
          </p:cNvCxnSpPr>
          <p:nvPr/>
        </p:nvCxnSpPr>
        <p:spPr>
          <a:xfrm>
            <a:off x="9448274" y="3041055"/>
            <a:ext cx="453627" cy="0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9C740EE-28C7-21F4-61F3-49435112BB02}"/>
              </a:ext>
            </a:extLst>
          </p:cNvPr>
          <p:cNvCxnSpPr>
            <a:cxnSpLocks/>
            <a:stCxn id="28" idx="3"/>
            <a:endCxn id="31" idx="1"/>
          </p:cNvCxnSpPr>
          <p:nvPr/>
        </p:nvCxnSpPr>
        <p:spPr>
          <a:xfrm>
            <a:off x="6689172" y="3041055"/>
            <a:ext cx="1114233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583BFC8-E5E6-5BBA-51A9-0E9F641F0545}"/>
              </a:ext>
            </a:extLst>
          </p:cNvPr>
          <p:cNvSpPr txBox="1"/>
          <p:nvPr/>
        </p:nvSpPr>
        <p:spPr>
          <a:xfrm>
            <a:off x="6423854" y="2680774"/>
            <a:ext cx="1644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1.44GB/s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077132E-3E71-F0CF-9BAC-DFAB88B3954F}"/>
              </a:ext>
            </a:extLst>
          </p:cNvPr>
          <p:cNvGrpSpPr/>
          <p:nvPr/>
        </p:nvGrpSpPr>
        <p:grpSpPr>
          <a:xfrm>
            <a:off x="1473988" y="2611361"/>
            <a:ext cx="524628" cy="815863"/>
            <a:chOff x="1241110" y="1688536"/>
            <a:chExt cx="524628" cy="81586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8A6EC54-B48C-78E5-68B7-D17A1CA4F10F}"/>
                </a:ext>
              </a:extLst>
            </p:cNvPr>
            <p:cNvGrpSpPr/>
            <p:nvPr/>
          </p:nvGrpSpPr>
          <p:grpSpPr>
            <a:xfrm>
              <a:off x="1241110" y="1974668"/>
              <a:ext cx="524628" cy="240387"/>
              <a:chOff x="902752" y="2750748"/>
              <a:chExt cx="982230" cy="44911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32021A8A-CBB6-4C27-7D4A-47FF784F8F95}"/>
                  </a:ext>
                </a:extLst>
              </p:cNvPr>
              <p:cNvSpPr/>
              <p:nvPr/>
            </p:nvSpPr>
            <p:spPr>
              <a:xfrm>
                <a:off x="1260610" y="2750748"/>
                <a:ext cx="624372" cy="44911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Isosceles Triangle 38">
                <a:extLst>
                  <a:ext uri="{FF2B5EF4-FFF2-40B4-BE49-F238E27FC236}">
                    <a16:creationId xmlns:a16="http://schemas.microsoft.com/office/drawing/2014/main" id="{E8772D7C-B9F9-0937-0586-BB34B8DBAFFE}"/>
                  </a:ext>
                </a:extLst>
              </p:cNvPr>
              <p:cNvSpPr/>
              <p:nvPr/>
            </p:nvSpPr>
            <p:spPr>
              <a:xfrm rot="5400000">
                <a:off x="948591" y="2796375"/>
                <a:ext cx="266180" cy="357857"/>
              </a:xfrm>
              <a:prstGeom prst="triangl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4DCFF91-DE6C-894B-669E-10C3711DC988}"/>
                </a:ext>
              </a:extLst>
            </p:cNvPr>
            <p:cNvGrpSpPr/>
            <p:nvPr/>
          </p:nvGrpSpPr>
          <p:grpSpPr>
            <a:xfrm>
              <a:off x="1241110" y="1688536"/>
              <a:ext cx="524627" cy="240387"/>
              <a:chOff x="902753" y="2711017"/>
              <a:chExt cx="982229" cy="44911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04D1AC5-628F-5CB1-5DD0-0CFD10023ACB}"/>
                  </a:ext>
                </a:extLst>
              </p:cNvPr>
              <p:cNvSpPr/>
              <p:nvPr/>
            </p:nvSpPr>
            <p:spPr>
              <a:xfrm>
                <a:off x="1260610" y="2711017"/>
                <a:ext cx="624372" cy="44911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Isosceles Triangle 38">
                <a:extLst>
                  <a:ext uri="{FF2B5EF4-FFF2-40B4-BE49-F238E27FC236}">
                    <a16:creationId xmlns:a16="http://schemas.microsoft.com/office/drawing/2014/main" id="{2BD38F07-CF45-5956-CEAF-9CA2033941C6}"/>
                  </a:ext>
                </a:extLst>
              </p:cNvPr>
              <p:cNvSpPr/>
              <p:nvPr/>
            </p:nvSpPr>
            <p:spPr>
              <a:xfrm rot="5400000">
                <a:off x="948591" y="2756645"/>
                <a:ext cx="266179" cy="357856"/>
              </a:xfrm>
              <a:prstGeom prst="triangl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B7DA787-F550-3BCE-6B2A-8178806B5AA5}"/>
                </a:ext>
              </a:extLst>
            </p:cNvPr>
            <p:cNvGrpSpPr/>
            <p:nvPr/>
          </p:nvGrpSpPr>
          <p:grpSpPr>
            <a:xfrm>
              <a:off x="1241110" y="2264012"/>
              <a:ext cx="524628" cy="240387"/>
              <a:chOff x="902752" y="2750748"/>
              <a:chExt cx="982230" cy="449110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020453D-06C0-827B-8382-1A9AA81E721C}"/>
                  </a:ext>
                </a:extLst>
              </p:cNvPr>
              <p:cNvSpPr/>
              <p:nvPr/>
            </p:nvSpPr>
            <p:spPr>
              <a:xfrm>
                <a:off x="1260610" y="2750748"/>
                <a:ext cx="624372" cy="44911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Isosceles Triangle 38">
                <a:extLst>
                  <a:ext uri="{FF2B5EF4-FFF2-40B4-BE49-F238E27FC236}">
                    <a16:creationId xmlns:a16="http://schemas.microsoft.com/office/drawing/2014/main" id="{D4DD11F2-B927-078A-EA28-F7087DE433F3}"/>
                  </a:ext>
                </a:extLst>
              </p:cNvPr>
              <p:cNvSpPr/>
              <p:nvPr/>
            </p:nvSpPr>
            <p:spPr>
              <a:xfrm rot="5400000">
                <a:off x="948591" y="2796375"/>
                <a:ext cx="266180" cy="357857"/>
              </a:xfrm>
              <a:prstGeom prst="triangl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174CB107-5A19-7392-0CC6-03F299DD06B3}"/>
              </a:ext>
            </a:extLst>
          </p:cNvPr>
          <p:cNvSpPr txBox="1"/>
          <p:nvPr/>
        </p:nvSpPr>
        <p:spPr>
          <a:xfrm rot="16200000">
            <a:off x="137132" y="2885343"/>
            <a:ext cx="2171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3-25 cameras (MIPI)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895C1D2-346E-00BD-E2CC-A6E71438BAFA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1998616" y="3017686"/>
            <a:ext cx="1389595" cy="1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902E4E4-E8C1-2945-A256-24C3EF55D045}"/>
              </a:ext>
            </a:extLst>
          </p:cNvPr>
          <p:cNvSpPr txBox="1"/>
          <p:nvPr/>
        </p:nvSpPr>
        <p:spPr>
          <a:xfrm>
            <a:off x="1856266" y="2672834"/>
            <a:ext cx="1644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3.3GB/s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1C8E459-169D-AC04-7047-C049AE9DB45A}"/>
              </a:ext>
            </a:extLst>
          </p:cNvPr>
          <p:cNvCxnSpPr>
            <a:cxnSpLocks/>
            <a:endCxn id="10" idx="3"/>
          </p:cNvCxnSpPr>
          <p:nvPr/>
        </p:nvCxnSpPr>
        <p:spPr>
          <a:xfrm flipH="1">
            <a:off x="1998616" y="3307031"/>
            <a:ext cx="140081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5A1DAF6-1711-D150-046E-5921FAC84321}"/>
              </a:ext>
            </a:extLst>
          </p:cNvPr>
          <p:cNvSpPr txBox="1"/>
          <p:nvPr/>
        </p:nvSpPr>
        <p:spPr>
          <a:xfrm>
            <a:off x="1812868" y="3325829"/>
            <a:ext cx="1644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Trigger</a:t>
            </a:r>
          </a:p>
        </p:txBody>
      </p:sp>
      <p:pic>
        <p:nvPicPr>
          <p:cNvPr id="25" name="Picture 24" descr="A white head with black plastic helmet&#10;&#10;Description automatically generated with medium confidence">
            <a:extLst>
              <a:ext uri="{FF2B5EF4-FFF2-40B4-BE49-F238E27FC236}">
                <a16:creationId xmlns:a16="http://schemas.microsoft.com/office/drawing/2014/main" id="{D003E9C1-37F7-5386-2D6F-3F7697CA04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1901" y="2515038"/>
            <a:ext cx="1057090" cy="983217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BB68755-0DB4-B154-F16F-2D1DCED9F041}"/>
              </a:ext>
            </a:extLst>
          </p:cNvPr>
          <p:cNvCxnSpPr>
            <a:cxnSpLocks/>
          </p:cNvCxnSpPr>
          <p:nvPr/>
        </p:nvCxnSpPr>
        <p:spPr>
          <a:xfrm>
            <a:off x="4769997" y="2295570"/>
            <a:ext cx="0" cy="272770"/>
          </a:xfrm>
          <a:prstGeom prst="straightConnector1">
            <a:avLst/>
          </a:prstGeom>
          <a:ln w="19050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D858383-5D65-694A-5415-3FBF77F46BBC}"/>
              </a:ext>
            </a:extLst>
          </p:cNvPr>
          <p:cNvCxnSpPr>
            <a:cxnSpLocks/>
          </p:cNvCxnSpPr>
          <p:nvPr/>
        </p:nvCxnSpPr>
        <p:spPr>
          <a:xfrm flipH="1">
            <a:off x="4769997" y="2295570"/>
            <a:ext cx="3855842" cy="0"/>
          </a:xfrm>
          <a:prstGeom prst="straightConnector1">
            <a:avLst/>
          </a:prstGeom>
          <a:ln w="19050">
            <a:solidFill>
              <a:schemeClr val="tx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2FE6EA6-3E98-6DA0-E540-F1FCF2335737}"/>
              </a:ext>
            </a:extLst>
          </p:cNvPr>
          <p:cNvCxnSpPr>
            <a:cxnSpLocks/>
            <a:stCxn id="31" idx="0"/>
          </p:cNvCxnSpPr>
          <p:nvPr/>
        </p:nvCxnSpPr>
        <p:spPr>
          <a:xfrm flipH="1" flipV="1">
            <a:off x="8625839" y="2295570"/>
            <a:ext cx="1" cy="288285"/>
          </a:xfrm>
          <a:prstGeom prst="straightConnector1">
            <a:avLst/>
          </a:prstGeom>
          <a:ln w="19050">
            <a:solidFill>
              <a:schemeClr val="tx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21AC0B1D-6CF2-B83A-C801-D6DF314DA56E}"/>
              </a:ext>
            </a:extLst>
          </p:cNvPr>
          <p:cNvSpPr txBox="1"/>
          <p:nvPr/>
        </p:nvSpPr>
        <p:spPr>
          <a:xfrm>
            <a:off x="6096000" y="1976179"/>
            <a:ext cx="1644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Synch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5A85A8E7-B626-A199-BECF-77083F6D78B1}"/>
              </a:ext>
            </a:extLst>
          </p:cNvPr>
          <p:cNvCxnSpPr>
            <a:cxnSpLocks/>
          </p:cNvCxnSpPr>
          <p:nvPr/>
        </p:nvCxnSpPr>
        <p:spPr>
          <a:xfrm>
            <a:off x="1998615" y="2611361"/>
            <a:ext cx="140081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3AB48036-0A03-F71F-D9C4-B1143D7001AD}"/>
              </a:ext>
            </a:extLst>
          </p:cNvPr>
          <p:cNvSpPr txBox="1"/>
          <p:nvPr/>
        </p:nvSpPr>
        <p:spPr>
          <a:xfrm>
            <a:off x="1918326" y="2299951"/>
            <a:ext cx="1475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temperature</a:t>
            </a:r>
          </a:p>
        </p:txBody>
      </p:sp>
    </p:spTree>
    <p:extLst>
      <p:ext uri="{BB962C8B-B14F-4D97-AF65-F5344CB8AC3E}">
        <p14:creationId xmlns:p14="http://schemas.microsoft.com/office/powerpoint/2010/main" val="2265719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C0574B7-A1AE-51F7-EDBF-84890B9CC604}"/>
              </a:ext>
            </a:extLst>
          </p:cNvPr>
          <p:cNvSpPr/>
          <p:nvPr/>
        </p:nvSpPr>
        <p:spPr>
          <a:xfrm>
            <a:off x="3399436" y="2583855"/>
            <a:ext cx="1644869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Capture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1B5109-9DF1-8B67-E5E3-0BB513F49A8B}"/>
              </a:ext>
            </a:extLst>
          </p:cNvPr>
          <p:cNvSpPr txBox="1"/>
          <p:nvPr/>
        </p:nvSpPr>
        <p:spPr>
          <a:xfrm>
            <a:off x="3140498" y="1684029"/>
            <a:ext cx="3386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IR Live HMD + deblur</a:t>
            </a:r>
          </a:p>
        </p:txBody>
      </p:sp>
      <p:sp>
        <p:nvSpPr>
          <p:cNvPr id="27" name="Cylinder 26">
            <a:extLst>
              <a:ext uri="{FF2B5EF4-FFF2-40B4-BE49-F238E27FC236}">
                <a16:creationId xmlns:a16="http://schemas.microsoft.com/office/drawing/2014/main" id="{7DDAC0E0-5363-D172-AFCE-0C88FE270BBB}"/>
              </a:ext>
            </a:extLst>
          </p:cNvPr>
          <p:cNvSpPr/>
          <p:nvPr/>
        </p:nvSpPr>
        <p:spPr>
          <a:xfrm>
            <a:off x="6423854" y="3696300"/>
            <a:ext cx="1307690" cy="1366009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Storage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D92588B-8A44-C2CA-3588-F8DD13EC96C2}"/>
              </a:ext>
            </a:extLst>
          </p:cNvPr>
          <p:cNvCxnSpPr>
            <a:cxnSpLocks/>
            <a:stCxn id="27" idx="1"/>
          </p:cNvCxnSpPr>
          <p:nvPr/>
        </p:nvCxnSpPr>
        <p:spPr>
          <a:xfrm flipH="1" flipV="1">
            <a:off x="6689172" y="3041055"/>
            <a:ext cx="388527" cy="655245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21A159C-53C0-6A8D-E9CC-BAC8A5BE459F}"/>
              </a:ext>
            </a:extLst>
          </p:cNvPr>
          <p:cNvSpPr txBox="1"/>
          <p:nvPr/>
        </p:nvSpPr>
        <p:spPr>
          <a:xfrm>
            <a:off x="6527201" y="3185997"/>
            <a:ext cx="1644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3.3GB/s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195562C-B37B-96DC-EC0E-022F21E2FC95}"/>
              </a:ext>
            </a:extLst>
          </p:cNvPr>
          <p:cNvSpPr/>
          <p:nvPr/>
        </p:nvSpPr>
        <p:spPr>
          <a:xfrm>
            <a:off x="5044303" y="2583855"/>
            <a:ext cx="1644869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Selector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7B1766C-7598-AB2D-5978-E66AD805A5E9}"/>
              </a:ext>
            </a:extLst>
          </p:cNvPr>
          <p:cNvSpPr/>
          <p:nvPr/>
        </p:nvSpPr>
        <p:spPr>
          <a:xfrm>
            <a:off x="7803405" y="2583855"/>
            <a:ext cx="1644869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Render + Display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D1DA13B-DB01-71DD-8FA3-3EBFF022DD55}"/>
              </a:ext>
            </a:extLst>
          </p:cNvPr>
          <p:cNvCxnSpPr>
            <a:cxnSpLocks/>
            <a:stCxn id="31" idx="3"/>
          </p:cNvCxnSpPr>
          <p:nvPr/>
        </p:nvCxnSpPr>
        <p:spPr>
          <a:xfrm>
            <a:off x="9448274" y="3041055"/>
            <a:ext cx="453627" cy="0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9C740EE-28C7-21F4-61F3-49435112BB02}"/>
              </a:ext>
            </a:extLst>
          </p:cNvPr>
          <p:cNvCxnSpPr>
            <a:cxnSpLocks/>
            <a:stCxn id="28" idx="3"/>
            <a:endCxn id="31" idx="1"/>
          </p:cNvCxnSpPr>
          <p:nvPr/>
        </p:nvCxnSpPr>
        <p:spPr>
          <a:xfrm>
            <a:off x="6689172" y="3041055"/>
            <a:ext cx="1114233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583BFC8-E5E6-5BBA-51A9-0E9F641F0545}"/>
              </a:ext>
            </a:extLst>
          </p:cNvPr>
          <p:cNvSpPr txBox="1"/>
          <p:nvPr/>
        </p:nvSpPr>
        <p:spPr>
          <a:xfrm>
            <a:off x="6423854" y="2680774"/>
            <a:ext cx="1644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3.3GB/s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077132E-3E71-F0CF-9BAC-DFAB88B3954F}"/>
              </a:ext>
            </a:extLst>
          </p:cNvPr>
          <p:cNvGrpSpPr/>
          <p:nvPr/>
        </p:nvGrpSpPr>
        <p:grpSpPr>
          <a:xfrm>
            <a:off x="1473988" y="2611361"/>
            <a:ext cx="524628" cy="815863"/>
            <a:chOff x="1241110" y="1688536"/>
            <a:chExt cx="524628" cy="81586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8A6EC54-B48C-78E5-68B7-D17A1CA4F10F}"/>
                </a:ext>
              </a:extLst>
            </p:cNvPr>
            <p:cNvGrpSpPr/>
            <p:nvPr/>
          </p:nvGrpSpPr>
          <p:grpSpPr>
            <a:xfrm>
              <a:off x="1241110" y="1974668"/>
              <a:ext cx="524628" cy="240387"/>
              <a:chOff x="902752" y="2750748"/>
              <a:chExt cx="982230" cy="44911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32021A8A-CBB6-4C27-7D4A-47FF784F8F95}"/>
                  </a:ext>
                </a:extLst>
              </p:cNvPr>
              <p:cNvSpPr/>
              <p:nvPr/>
            </p:nvSpPr>
            <p:spPr>
              <a:xfrm>
                <a:off x="1260610" y="2750748"/>
                <a:ext cx="624372" cy="44911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Isosceles Triangle 38">
                <a:extLst>
                  <a:ext uri="{FF2B5EF4-FFF2-40B4-BE49-F238E27FC236}">
                    <a16:creationId xmlns:a16="http://schemas.microsoft.com/office/drawing/2014/main" id="{E8772D7C-B9F9-0937-0586-BB34B8DBAFFE}"/>
                  </a:ext>
                </a:extLst>
              </p:cNvPr>
              <p:cNvSpPr/>
              <p:nvPr/>
            </p:nvSpPr>
            <p:spPr>
              <a:xfrm rot="5400000">
                <a:off x="948591" y="2796375"/>
                <a:ext cx="266180" cy="357857"/>
              </a:xfrm>
              <a:prstGeom prst="triangl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4DCFF91-DE6C-894B-669E-10C3711DC988}"/>
                </a:ext>
              </a:extLst>
            </p:cNvPr>
            <p:cNvGrpSpPr/>
            <p:nvPr/>
          </p:nvGrpSpPr>
          <p:grpSpPr>
            <a:xfrm>
              <a:off x="1241110" y="1688536"/>
              <a:ext cx="524627" cy="240387"/>
              <a:chOff x="902753" y="2711017"/>
              <a:chExt cx="982229" cy="44911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04D1AC5-628F-5CB1-5DD0-0CFD10023ACB}"/>
                  </a:ext>
                </a:extLst>
              </p:cNvPr>
              <p:cNvSpPr/>
              <p:nvPr/>
            </p:nvSpPr>
            <p:spPr>
              <a:xfrm>
                <a:off x="1260610" y="2711017"/>
                <a:ext cx="624372" cy="44911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Isosceles Triangle 38">
                <a:extLst>
                  <a:ext uri="{FF2B5EF4-FFF2-40B4-BE49-F238E27FC236}">
                    <a16:creationId xmlns:a16="http://schemas.microsoft.com/office/drawing/2014/main" id="{2BD38F07-CF45-5956-CEAF-9CA2033941C6}"/>
                  </a:ext>
                </a:extLst>
              </p:cNvPr>
              <p:cNvSpPr/>
              <p:nvPr/>
            </p:nvSpPr>
            <p:spPr>
              <a:xfrm rot="5400000">
                <a:off x="948591" y="2756645"/>
                <a:ext cx="266179" cy="357856"/>
              </a:xfrm>
              <a:prstGeom prst="triangl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B7DA787-F550-3BCE-6B2A-8178806B5AA5}"/>
                </a:ext>
              </a:extLst>
            </p:cNvPr>
            <p:cNvGrpSpPr/>
            <p:nvPr/>
          </p:nvGrpSpPr>
          <p:grpSpPr>
            <a:xfrm>
              <a:off x="1241110" y="2264012"/>
              <a:ext cx="524628" cy="240387"/>
              <a:chOff x="902752" y="2750748"/>
              <a:chExt cx="982230" cy="449110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020453D-06C0-827B-8382-1A9AA81E721C}"/>
                  </a:ext>
                </a:extLst>
              </p:cNvPr>
              <p:cNvSpPr/>
              <p:nvPr/>
            </p:nvSpPr>
            <p:spPr>
              <a:xfrm>
                <a:off x="1260610" y="2750748"/>
                <a:ext cx="624372" cy="44911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Isosceles Triangle 38">
                <a:extLst>
                  <a:ext uri="{FF2B5EF4-FFF2-40B4-BE49-F238E27FC236}">
                    <a16:creationId xmlns:a16="http://schemas.microsoft.com/office/drawing/2014/main" id="{D4DD11F2-B927-078A-EA28-F7087DE433F3}"/>
                  </a:ext>
                </a:extLst>
              </p:cNvPr>
              <p:cNvSpPr/>
              <p:nvPr/>
            </p:nvSpPr>
            <p:spPr>
              <a:xfrm rot="5400000">
                <a:off x="948591" y="2796375"/>
                <a:ext cx="266180" cy="357857"/>
              </a:xfrm>
              <a:prstGeom prst="triangl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174CB107-5A19-7392-0CC6-03F299DD06B3}"/>
              </a:ext>
            </a:extLst>
          </p:cNvPr>
          <p:cNvSpPr txBox="1"/>
          <p:nvPr/>
        </p:nvSpPr>
        <p:spPr>
          <a:xfrm rot="16200000">
            <a:off x="-79409" y="2761783"/>
            <a:ext cx="2559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3-25 cameras (MIPI)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895C1D2-346E-00BD-E2CC-A6E71438BAFA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1998616" y="3017686"/>
            <a:ext cx="1389595" cy="1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902E4E4-E8C1-2945-A256-24C3EF55D045}"/>
              </a:ext>
            </a:extLst>
          </p:cNvPr>
          <p:cNvSpPr txBox="1"/>
          <p:nvPr/>
        </p:nvSpPr>
        <p:spPr>
          <a:xfrm>
            <a:off x="1856266" y="2672834"/>
            <a:ext cx="1644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3.3GB/s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A1DAF6-1711-D150-046E-5921FAC84321}"/>
              </a:ext>
            </a:extLst>
          </p:cNvPr>
          <p:cNvSpPr txBox="1"/>
          <p:nvPr/>
        </p:nvSpPr>
        <p:spPr>
          <a:xfrm rot="20844987">
            <a:off x="1876438" y="3269685"/>
            <a:ext cx="1644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Triggers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BB68755-0DB4-B154-F16F-2D1DCED9F041}"/>
              </a:ext>
            </a:extLst>
          </p:cNvPr>
          <p:cNvCxnSpPr>
            <a:cxnSpLocks/>
          </p:cNvCxnSpPr>
          <p:nvPr/>
        </p:nvCxnSpPr>
        <p:spPr>
          <a:xfrm>
            <a:off x="4769997" y="2295570"/>
            <a:ext cx="0" cy="272770"/>
          </a:xfrm>
          <a:prstGeom prst="straightConnector1">
            <a:avLst/>
          </a:prstGeom>
          <a:ln w="19050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D858383-5D65-694A-5415-3FBF77F46BBC}"/>
              </a:ext>
            </a:extLst>
          </p:cNvPr>
          <p:cNvCxnSpPr>
            <a:cxnSpLocks/>
          </p:cNvCxnSpPr>
          <p:nvPr/>
        </p:nvCxnSpPr>
        <p:spPr>
          <a:xfrm flipH="1">
            <a:off x="4769997" y="2295570"/>
            <a:ext cx="3855842" cy="0"/>
          </a:xfrm>
          <a:prstGeom prst="straightConnector1">
            <a:avLst/>
          </a:prstGeom>
          <a:ln w="19050">
            <a:solidFill>
              <a:schemeClr val="tx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2FE6EA6-3E98-6DA0-E540-F1FCF2335737}"/>
              </a:ext>
            </a:extLst>
          </p:cNvPr>
          <p:cNvCxnSpPr>
            <a:cxnSpLocks/>
            <a:stCxn id="31" idx="0"/>
          </p:cNvCxnSpPr>
          <p:nvPr/>
        </p:nvCxnSpPr>
        <p:spPr>
          <a:xfrm flipH="1" flipV="1">
            <a:off x="8625839" y="2295570"/>
            <a:ext cx="1" cy="288285"/>
          </a:xfrm>
          <a:prstGeom prst="straightConnector1">
            <a:avLst/>
          </a:prstGeom>
          <a:ln w="19050">
            <a:solidFill>
              <a:schemeClr val="tx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21AC0B1D-6CF2-B83A-C801-D6DF314DA56E}"/>
              </a:ext>
            </a:extLst>
          </p:cNvPr>
          <p:cNvSpPr txBox="1"/>
          <p:nvPr/>
        </p:nvSpPr>
        <p:spPr>
          <a:xfrm>
            <a:off x="6096000" y="1976179"/>
            <a:ext cx="1644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Synch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17D3017D-B10F-B22E-56BD-F8442A01C24E}"/>
              </a:ext>
            </a:extLst>
          </p:cNvPr>
          <p:cNvCxnSpPr>
            <a:cxnSpLocks/>
            <a:endCxn id="10" idx="3"/>
          </p:cNvCxnSpPr>
          <p:nvPr/>
        </p:nvCxnSpPr>
        <p:spPr>
          <a:xfrm flipH="1">
            <a:off x="1998616" y="3185997"/>
            <a:ext cx="1389595" cy="12103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E3B74C92-15F0-EFC9-51B0-B5CDBD76C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216" y="4105910"/>
            <a:ext cx="1165189" cy="701586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9E53817-535E-4E76-9A44-F17F9D43C09B}"/>
              </a:ext>
            </a:extLst>
          </p:cNvPr>
          <p:cNvCxnSpPr>
            <a:cxnSpLocks/>
          </p:cNvCxnSpPr>
          <p:nvPr/>
        </p:nvCxnSpPr>
        <p:spPr>
          <a:xfrm flipH="1">
            <a:off x="2179170" y="3297695"/>
            <a:ext cx="1220262" cy="92820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386724F-869D-20A8-300C-89D7358F7027}"/>
              </a:ext>
            </a:extLst>
          </p:cNvPr>
          <p:cNvSpPr txBox="1"/>
          <p:nvPr/>
        </p:nvSpPr>
        <p:spPr>
          <a:xfrm>
            <a:off x="932597" y="4692977"/>
            <a:ext cx="1644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INS + GPS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2A0F555-0D26-CF3E-9A9C-8AAE750C4362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2263405" y="3513770"/>
            <a:ext cx="1124806" cy="9429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3A59A17C-5948-86FD-C88D-C2E821369937}"/>
              </a:ext>
            </a:extLst>
          </p:cNvPr>
          <p:cNvSpPr/>
          <p:nvPr/>
        </p:nvSpPr>
        <p:spPr>
          <a:xfrm>
            <a:off x="7803405" y="3498255"/>
            <a:ext cx="1644869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Deblur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79C77A9-B85A-F02C-7A2C-65927F80782F}"/>
              </a:ext>
            </a:extLst>
          </p:cNvPr>
          <p:cNvCxnSpPr>
            <a:cxnSpLocks/>
          </p:cNvCxnSpPr>
          <p:nvPr/>
        </p:nvCxnSpPr>
        <p:spPr>
          <a:xfrm>
            <a:off x="1998615" y="2611361"/>
            <a:ext cx="140081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1AB0BA90-1FD3-A06B-F36E-E6AE5819F474}"/>
              </a:ext>
            </a:extLst>
          </p:cNvPr>
          <p:cNvSpPr txBox="1"/>
          <p:nvPr/>
        </p:nvSpPr>
        <p:spPr>
          <a:xfrm>
            <a:off x="1918326" y="2299951"/>
            <a:ext cx="1475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temperature</a:t>
            </a:r>
          </a:p>
        </p:txBody>
      </p:sp>
      <p:pic>
        <p:nvPicPr>
          <p:cNvPr id="21" name="Picture 2">
            <a:extLst>
              <a:ext uri="{FF2B5EF4-FFF2-40B4-BE49-F238E27FC236}">
                <a16:creationId xmlns:a16="http://schemas.microsoft.com/office/drawing/2014/main" id="{DDAE0580-98FE-D3CE-419D-A40C9C9D6A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9002" y="2654760"/>
            <a:ext cx="1244317" cy="725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2164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C0574B7-A1AE-51F7-EDBF-84890B9CC604}"/>
              </a:ext>
            </a:extLst>
          </p:cNvPr>
          <p:cNvSpPr/>
          <p:nvPr/>
        </p:nvSpPr>
        <p:spPr>
          <a:xfrm>
            <a:off x="3399436" y="2583855"/>
            <a:ext cx="1644869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Capture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1B5109-9DF1-8B67-E5E3-0BB513F49A8B}"/>
              </a:ext>
            </a:extLst>
          </p:cNvPr>
          <p:cNvSpPr txBox="1"/>
          <p:nvPr/>
        </p:nvSpPr>
        <p:spPr>
          <a:xfrm>
            <a:off x="2912007" y="1738191"/>
            <a:ext cx="33662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VIS live HMD + Options</a:t>
            </a:r>
          </a:p>
        </p:txBody>
      </p:sp>
      <p:sp>
        <p:nvSpPr>
          <p:cNvPr id="27" name="Cylinder 26">
            <a:extLst>
              <a:ext uri="{FF2B5EF4-FFF2-40B4-BE49-F238E27FC236}">
                <a16:creationId xmlns:a16="http://schemas.microsoft.com/office/drawing/2014/main" id="{7DDAC0E0-5363-D172-AFCE-0C88FE270BBB}"/>
              </a:ext>
            </a:extLst>
          </p:cNvPr>
          <p:cNvSpPr/>
          <p:nvPr/>
        </p:nvSpPr>
        <p:spPr>
          <a:xfrm>
            <a:off x="5624395" y="3786539"/>
            <a:ext cx="1307690" cy="1366009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Storage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D92588B-8A44-C2CA-3588-F8DD13EC96C2}"/>
              </a:ext>
            </a:extLst>
          </p:cNvPr>
          <p:cNvCxnSpPr>
            <a:cxnSpLocks/>
            <a:stCxn id="27" idx="1"/>
            <a:endCxn id="28" idx="2"/>
          </p:cNvCxnSpPr>
          <p:nvPr/>
        </p:nvCxnSpPr>
        <p:spPr>
          <a:xfrm flipH="1" flipV="1">
            <a:off x="5866738" y="3498255"/>
            <a:ext cx="411502" cy="288284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21A159C-53C0-6A8D-E9CC-BAC8A5BE459F}"/>
              </a:ext>
            </a:extLst>
          </p:cNvPr>
          <p:cNvSpPr txBox="1"/>
          <p:nvPr/>
        </p:nvSpPr>
        <p:spPr>
          <a:xfrm>
            <a:off x="4654793" y="3472744"/>
            <a:ext cx="1644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3.93GB/s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780CD06-18A6-AE76-5B62-89ACC4AA24BE}"/>
              </a:ext>
            </a:extLst>
          </p:cNvPr>
          <p:cNvSpPr/>
          <p:nvPr/>
        </p:nvSpPr>
        <p:spPr>
          <a:xfrm>
            <a:off x="7803404" y="3498255"/>
            <a:ext cx="1644869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Depth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195562C-B37B-96DC-EC0E-022F21E2FC95}"/>
              </a:ext>
            </a:extLst>
          </p:cNvPr>
          <p:cNvSpPr/>
          <p:nvPr/>
        </p:nvSpPr>
        <p:spPr>
          <a:xfrm>
            <a:off x="5044303" y="2583855"/>
            <a:ext cx="1644869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Selector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7B1766C-7598-AB2D-5978-E66AD805A5E9}"/>
              </a:ext>
            </a:extLst>
          </p:cNvPr>
          <p:cNvSpPr/>
          <p:nvPr/>
        </p:nvSpPr>
        <p:spPr>
          <a:xfrm>
            <a:off x="7803405" y="2583855"/>
            <a:ext cx="1644869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Render + Display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D1DA13B-DB01-71DD-8FA3-3EBFF022DD55}"/>
              </a:ext>
            </a:extLst>
          </p:cNvPr>
          <p:cNvCxnSpPr>
            <a:cxnSpLocks/>
            <a:stCxn id="31" idx="3"/>
          </p:cNvCxnSpPr>
          <p:nvPr/>
        </p:nvCxnSpPr>
        <p:spPr>
          <a:xfrm>
            <a:off x="9448274" y="3041055"/>
            <a:ext cx="453627" cy="0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9C740EE-28C7-21F4-61F3-49435112BB02}"/>
              </a:ext>
            </a:extLst>
          </p:cNvPr>
          <p:cNvCxnSpPr>
            <a:cxnSpLocks/>
            <a:stCxn id="28" idx="3"/>
            <a:endCxn id="31" idx="1"/>
          </p:cNvCxnSpPr>
          <p:nvPr/>
        </p:nvCxnSpPr>
        <p:spPr>
          <a:xfrm>
            <a:off x="6689172" y="3041055"/>
            <a:ext cx="1114233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583BFC8-E5E6-5BBA-51A9-0E9F641F0545}"/>
              </a:ext>
            </a:extLst>
          </p:cNvPr>
          <p:cNvSpPr txBox="1"/>
          <p:nvPr/>
        </p:nvSpPr>
        <p:spPr>
          <a:xfrm>
            <a:off x="6423854" y="2680774"/>
            <a:ext cx="1644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3.3GB/s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4154B4A4-45F5-7EC2-C4E8-B77BD950A5A8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6690987" y="3307030"/>
            <a:ext cx="1112417" cy="64842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F789C644-652A-046E-016E-F09A2B83F98A}"/>
              </a:ext>
            </a:extLst>
          </p:cNvPr>
          <p:cNvSpPr txBox="1"/>
          <p:nvPr/>
        </p:nvSpPr>
        <p:spPr>
          <a:xfrm rot="1838329">
            <a:off x="6376630" y="3594314"/>
            <a:ext cx="1644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629MB/s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077132E-3E71-F0CF-9BAC-DFAB88B3954F}"/>
              </a:ext>
            </a:extLst>
          </p:cNvPr>
          <p:cNvGrpSpPr/>
          <p:nvPr/>
        </p:nvGrpSpPr>
        <p:grpSpPr>
          <a:xfrm>
            <a:off x="1473988" y="2611361"/>
            <a:ext cx="524628" cy="815863"/>
            <a:chOff x="1241110" y="1688536"/>
            <a:chExt cx="524628" cy="81586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8A6EC54-B48C-78E5-68B7-D17A1CA4F10F}"/>
                </a:ext>
              </a:extLst>
            </p:cNvPr>
            <p:cNvGrpSpPr/>
            <p:nvPr/>
          </p:nvGrpSpPr>
          <p:grpSpPr>
            <a:xfrm>
              <a:off x="1241110" y="1974668"/>
              <a:ext cx="524628" cy="240387"/>
              <a:chOff x="902752" y="2750748"/>
              <a:chExt cx="982230" cy="44911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32021A8A-CBB6-4C27-7D4A-47FF784F8F95}"/>
                  </a:ext>
                </a:extLst>
              </p:cNvPr>
              <p:cNvSpPr/>
              <p:nvPr/>
            </p:nvSpPr>
            <p:spPr>
              <a:xfrm>
                <a:off x="1260610" y="2750748"/>
                <a:ext cx="624372" cy="44911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Isosceles Triangle 38">
                <a:extLst>
                  <a:ext uri="{FF2B5EF4-FFF2-40B4-BE49-F238E27FC236}">
                    <a16:creationId xmlns:a16="http://schemas.microsoft.com/office/drawing/2014/main" id="{E8772D7C-B9F9-0937-0586-BB34B8DBAFFE}"/>
                  </a:ext>
                </a:extLst>
              </p:cNvPr>
              <p:cNvSpPr/>
              <p:nvPr/>
            </p:nvSpPr>
            <p:spPr>
              <a:xfrm rot="5400000">
                <a:off x="948591" y="2796375"/>
                <a:ext cx="266180" cy="357857"/>
              </a:xfrm>
              <a:prstGeom prst="triangl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4DCFF91-DE6C-894B-669E-10C3711DC988}"/>
                </a:ext>
              </a:extLst>
            </p:cNvPr>
            <p:cNvGrpSpPr/>
            <p:nvPr/>
          </p:nvGrpSpPr>
          <p:grpSpPr>
            <a:xfrm>
              <a:off x="1241110" y="1688536"/>
              <a:ext cx="524627" cy="240387"/>
              <a:chOff x="902753" y="2711017"/>
              <a:chExt cx="982229" cy="44911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04D1AC5-628F-5CB1-5DD0-0CFD10023ACB}"/>
                  </a:ext>
                </a:extLst>
              </p:cNvPr>
              <p:cNvSpPr/>
              <p:nvPr/>
            </p:nvSpPr>
            <p:spPr>
              <a:xfrm>
                <a:off x="1260610" y="2711017"/>
                <a:ext cx="624372" cy="44911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Isosceles Triangle 38">
                <a:extLst>
                  <a:ext uri="{FF2B5EF4-FFF2-40B4-BE49-F238E27FC236}">
                    <a16:creationId xmlns:a16="http://schemas.microsoft.com/office/drawing/2014/main" id="{2BD38F07-CF45-5956-CEAF-9CA2033941C6}"/>
                  </a:ext>
                </a:extLst>
              </p:cNvPr>
              <p:cNvSpPr/>
              <p:nvPr/>
            </p:nvSpPr>
            <p:spPr>
              <a:xfrm rot="5400000">
                <a:off x="948591" y="2756645"/>
                <a:ext cx="266179" cy="357856"/>
              </a:xfrm>
              <a:prstGeom prst="triangl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B7DA787-F550-3BCE-6B2A-8178806B5AA5}"/>
                </a:ext>
              </a:extLst>
            </p:cNvPr>
            <p:cNvGrpSpPr/>
            <p:nvPr/>
          </p:nvGrpSpPr>
          <p:grpSpPr>
            <a:xfrm>
              <a:off x="1241110" y="2264012"/>
              <a:ext cx="524628" cy="240387"/>
              <a:chOff x="902752" y="2750748"/>
              <a:chExt cx="982230" cy="449110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020453D-06C0-827B-8382-1A9AA81E721C}"/>
                  </a:ext>
                </a:extLst>
              </p:cNvPr>
              <p:cNvSpPr/>
              <p:nvPr/>
            </p:nvSpPr>
            <p:spPr>
              <a:xfrm>
                <a:off x="1260610" y="2750748"/>
                <a:ext cx="624372" cy="44911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Isosceles Triangle 38">
                <a:extLst>
                  <a:ext uri="{FF2B5EF4-FFF2-40B4-BE49-F238E27FC236}">
                    <a16:creationId xmlns:a16="http://schemas.microsoft.com/office/drawing/2014/main" id="{D4DD11F2-B927-078A-EA28-F7087DE433F3}"/>
                  </a:ext>
                </a:extLst>
              </p:cNvPr>
              <p:cNvSpPr/>
              <p:nvPr/>
            </p:nvSpPr>
            <p:spPr>
              <a:xfrm rot="5400000">
                <a:off x="948591" y="2796375"/>
                <a:ext cx="266180" cy="357857"/>
              </a:xfrm>
              <a:prstGeom prst="triangl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174CB107-5A19-7392-0CC6-03F299DD06B3}"/>
              </a:ext>
            </a:extLst>
          </p:cNvPr>
          <p:cNvSpPr txBox="1"/>
          <p:nvPr/>
        </p:nvSpPr>
        <p:spPr>
          <a:xfrm rot="16200000">
            <a:off x="-79409" y="2761783"/>
            <a:ext cx="2559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25 cameras (MIPI)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895C1D2-346E-00BD-E2CC-A6E71438BAFA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1998616" y="3017686"/>
            <a:ext cx="1389595" cy="1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902E4E4-E8C1-2945-A256-24C3EF55D045}"/>
              </a:ext>
            </a:extLst>
          </p:cNvPr>
          <p:cNvSpPr txBox="1"/>
          <p:nvPr/>
        </p:nvSpPr>
        <p:spPr>
          <a:xfrm>
            <a:off x="1856266" y="2672834"/>
            <a:ext cx="1644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3.93GB/s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1C8E459-169D-AC04-7047-C049AE9DB45A}"/>
              </a:ext>
            </a:extLst>
          </p:cNvPr>
          <p:cNvCxnSpPr>
            <a:cxnSpLocks/>
            <a:endCxn id="10" idx="3"/>
          </p:cNvCxnSpPr>
          <p:nvPr/>
        </p:nvCxnSpPr>
        <p:spPr>
          <a:xfrm flipH="1">
            <a:off x="1998616" y="3235794"/>
            <a:ext cx="1389595" cy="7123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1DF83F2-C0D4-C681-4AA9-EBBB7BBD12D0}"/>
              </a:ext>
            </a:extLst>
          </p:cNvPr>
          <p:cNvCxnSpPr>
            <a:cxnSpLocks/>
          </p:cNvCxnSpPr>
          <p:nvPr/>
        </p:nvCxnSpPr>
        <p:spPr>
          <a:xfrm flipH="1">
            <a:off x="1998616" y="3338301"/>
            <a:ext cx="1389595" cy="7123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5A1DAF6-1711-D150-046E-5921FAC84321}"/>
              </a:ext>
            </a:extLst>
          </p:cNvPr>
          <p:cNvSpPr txBox="1"/>
          <p:nvPr/>
        </p:nvSpPr>
        <p:spPr>
          <a:xfrm rot="20681777">
            <a:off x="1831871" y="3387018"/>
            <a:ext cx="1644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Triggers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BB68755-0DB4-B154-F16F-2D1DCED9F041}"/>
              </a:ext>
            </a:extLst>
          </p:cNvPr>
          <p:cNvCxnSpPr>
            <a:cxnSpLocks/>
          </p:cNvCxnSpPr>
          <p:nvPr/>
        </p:nvCxnSpPr>
        <p:spPr>
          <a:xfrm>
            <a:off x="4769997" y="2295570"/>
            <a:ext cx="0" cy="272770"/>
          </a:xfrm>
          <a:prstGeom prst="straightConnector1">
            <a:avLst/>
          </a:prstGeom>
          <a:ln w="19050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D858383-5D65-694A-5415-3FBF77F46BBC}"/>
              </a:ext>
            </a:extLst>
          </p:cNvPr>
          <p:cNvCxnSpPr>
            <a:cxnSpLocks/>
          </p:cNvCxnSpPr>
          <p:nvPr/>
        </p:nvCxnSpPr>
        <p:spPr>
          <a:xfrm flipH="1">
            <a:off x="4769997" y="2295570"/>
            <a:ext cx="3855842" cy="0"/>
          </a:xfrm>
          <a:prstGeom prst="straightConnector1">
            <a:avLst/>
          </a:prstGeom>
          <a:ln w="19050">
            <a:solidFill>
              <a:schemeClr val="tx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2FE6EA6-3E98-6DA0-E540-F1FCF2335737}"/>
              </a:ext>
            </a:extLst>
          </p:cNvPr>
          <p:cNvCxnSpPr>
            <a:cxnSpLocks/>
            <a:stCxn id="31" idx="0"/>
          </p:cNvCxnSpPr>
          <p:nvPr/>
        </p:nvCxnSpPr>
        <p:spPr>
          <a:xfrm flipH="1" flipV="1">
            <a:off x="8625839" y="2295570"/>
            <a:ext cx="1" cy="288285"/>
          </a:xfrm>
          <a:prstGeom prst="straightConnector1">
            <a:avLst/>
          </a:prstGeom>
          <a:ln w="19050">
            <a:solidFill>
              <a:schemeClr val="tx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21AC0B1D-6CF2-B83A-C801-D6DF314DA56E}"/>
              </a:ext>
            </a:extLst>
          </p:cNvPr>
          <p:cNvSpPr txBox="1"/>
          <p:nvPr/>
        </p:nvSpPr>
        <p:spPr>
          <a:xfrm>
            <a:off x="6096000" y="1976179"/>
            <a:ext cx="1644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Synch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AD5FC5AF-A29F-1B99-9F69-6B955ED0C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216" y="4105910"/>
            <a:ext cx="1165189" cy="701586"/>
          </a:xfrm>
          <a:prstGeom prst="rect">
            <a:avLst/>
          </a:prstGeom>
        </p:spPr>
      </p:pic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E52F965-4031-51F0-56D7-C6A2388490E4}"/>
              </a:ext>
            </a:extLst>
          </p:cNvPr>
          <p:cNvCxnSpPr>
            <a:cxnSpLocks/>
          </p:cNvCxnSpPr>
          <p:nvPr/>
        </p:nvCxnSpPr>
        <p:spPr>
          <a:xfrm flipH="1">
            <a:off x="2179170" y="3458255"/>
            <a:ext cx="1220266" cy="7676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B35D9849-8481-56E9-4BB2-861476FB2671}"/>
              </a:ext>
            </a:extLst>
          </p:cNvPr>
          <p:cNvSpPr txBox="1"/>
          <p:nvPr/>
        </p:nvSpPr>
        <p:spPr>
          <a:xfrm>
            <a:off x="932597" y="4692977"/>
            <a:ext cx="1644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INS + GPS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4B75422-12F8-D6C1-2744-D3FE0D6756EA}"/>
              </a:ext>
            </a:extLst>
          </p:cNvPr>
          <p:cNvCxnSpPr>
            <a:cxnSpLocks/>
            <a:stCxn id="33" idx="3"/>
          </p:cNvCxnSpPr>
          <p:nvPr/>
        </p:nvCxnSpPr>
        <p:spPr>
          <a:xfrm flipV="1">
            <a:off x="2263405" y="3498255"/>
            <a:ext cx="1380079" cy="95844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30930B37-2762-9D7C-EC25-975E25314F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7547" y="2668139"/>
            <a:ext cx="1244317" cy="725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046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C0574B7-A1AE-51F7-EDBF-84890B9CC604}"/>
              </a:ext>
            </a:extLst>
          </p:cNvPr>
          <p:cNvSpPr/>
          <p:nvPr/>
        </p:nvSpPr>
        <p:spPr>
          <a:xfrm>
            <a:off x="3399436" y="2583855"/>
            <a:ext cx="1644869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Capture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1B5109-9DF1-8B67-E5E3-0BB513F49A8B}"/>
              </a:ext>
            </a:extLst>
          </p:cNvPr>
          <p:cNvSpPr txBox="1"/>
          <p:nvPr/>
        </p:nvSpPr>
        <p:spPr>
          <a:xfrm>
            <a:off x="3733599" y="1269610"/>
            <a:ext cx="26224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General System (max bandwidths)</a:t>
            </a:r>
          </a:p>
        </p:txBody>
      </p:sp>
      <p:sp>
        <p:nvSpPr>
          <p:cNvPr id="27" name="Cylinder 26">
            <a:extLst>
              <a:ext uri="{FF2B5EF4-FFF2-40B4-BE49-F238E27FC236}">
                <a16:creationId xmlns:a16="http://schemas.microsoft.com/office/drawing/2014/main" id="{7DDAC0E0-5363-D172-AFCE-0C88FE270BBB}"/>
              </a:ext>
            </a:extLst>
          </p:cNvPr>
          <p:cNvSpPr/>
          <p:nvPr/>
        </p:nvSpPr>
        <p:spPr>
          <a:xfrm>
            <a:off x="4214396" y="3981503"/>
            <a:ext cx="1307690" cy="1366009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Storage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D92588B-8A44-C2CA-3588-F8DD13EC96C2}"/>
              </a:ext>
            </a:extLst>
          </p:cNvPr>
          <p:cNvCxnSpPr>
            <a:cxnSpLocks/>
            <a:stCxn id="27" idx="1"/>
            <a:endCxn id="28" idx="2"/>
          </p:cNvCxnSpPr>
          <p:nvPr/>
        </p:nvCxnSpPr>
        <p:spPr>
          <a:xfrm flipV="1">
            <a:off x="4868241" y="3498255"/>
            <a:ext cx="998497" cy="483248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21A159C-53C0-6A8D-E9CC-BAC8A5BE459F}"/>
              </a:ext>
            </a:extLst>
          </p:cNvPr>
          <p:cNvSpPr txBox="1"/>
          <p:nvPr/>
        </p:nvSpPr>
        <p:spPr>
          <a:xfrm>
            <a:off x="4158827" y="3496307"/>
            <a:ext cx="1155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3.93GB/s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7B1766C-7598-AB2D-5978-E66AD805A5E9}"/>
              </a:ext>
            </a:extLst>
          </p:cNvPr>
          <p:cNvSpPr/>
          <p:nvPr/>
        </p:nvSpPr>
        <p:spPr>
          <a:xfrm>
            <a:off x="7803405" y="2583855"/>
            <a:ext cx="1644869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Depth +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Render + Display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D1DA13B-DB01-71DD-8FA3-3EBFF022DD55}"/>
              </a:ext>
            </a:extLst>
          </p:cNvPr>
          <p:cNvCxnSpPr>
            <a:cxnSpLocks/>
            <a:stCxn id="31" idx="3"/>
          </p:cNvCxnSpPr>
          <p:nvPr/>
        </p:nvCxnSpPr>
        <p:spPr>
          <a:xfrm>
            <a:off x="9448274" y="3041055"/>
            <a:ext cx="453627" cy="0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9C740EE-28C7-21F4-61F3-49435112BB02}"/>
              </a:ext>
            </a:extLst>
          </p:cNvPr>
          <p:cNvCxnSpPr>
            <a:cxnSpLocks/>
            <a:stCxn id="28" idx="3"/>
            <a:endCxn id="31" idx="1"/>
          </p:cNvCxnSpPr>
          <p:nvPr/>
        </p:nvCxnSpPr>
        <p:spPr>
          <a:xfrm>
            <a:off x="6689172" y="3041055"/>
            <a:ext cx="1114233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583BFC8-E5E6-5BBA-51A9-0E9F641F0545}"/>
              </a:ext>
            </a:extLst>
          </p:cNvPr>
          <p:cNvSpPr txBox="1"/>
          <p:nvPr/>
        </p:nvSpPr>
        <p:spPr>
          <a:xfrm>
            <a:off x="6423854" y="2695646"/>
            <a:ext cx="1644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3.93GB/s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077132E-3E71-F0CF-9BAC-DFAB88B3954F}"/>
              </a:ext>
            </a:extLst>
          </p:cNvPr>
          <p:cNvGrpSpPr/>
          <p:nvPr/>
        </p:nvGrpSpPr>
        <p:grpSpPr>
          <a:xfrm>
            <a:off x="1473988" y="2611361"/>
            <a:ext cx="524628" cy="815863"/>
            <a:chOff x="1241110" y="1688536"/>
            <a:chExt cx="524628" cy="81586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8A6EC54-B48C-78E5-68B7-D17A1CA4F10F}"/>
                </a:ext>
              </a:extLst>
            </p:cNvPr>
            <p:cNvGrpSpPr/>
            <p:nvPr/>
          </p:nvGrpSpPr>
          <p:grpSpPr>
            <a:xfrm>
              <a:off x="1241110" y="1974668"/>
              <a:ext cx="524628" cy="240387"/>
              <a:chOff x="902752" y="2750748"/>
              <a:chExt cx="982230" cy="44911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32021A8A-CBB6-4C27-7D4A-47FF784F8F95}"/>
                  </a:ext>
                </a:extLst>
              </p:cNvPr>
              <p:cNvSpPr/>
              <p:nvPr/>
            </p:nvSpPr>
            <p:spPr>
              <a:xfrm>
                <a:off x="1260610" y="2750748"/>
                <a:ext cx="624372" cy="44911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Isosceles Triangle 38">
                <a:extLst>
                  <a:ext uri="{FF2B5EF4-FFF2-40B4-BE49-F238E27FC236}">
                    <a16:creationId xmlns:a16="http://schemas.microsoft.com/office/drawing/2014/main" id="{E8772D7C-B9F9-0937-0586-BB34B8DBAFFE}"/>
                  </a:ext>
                </a:extLst>
              </p:cNvPr>
              <p:cNvSpPr/>
              <p:nvPr/>
            </p:nvSpPr>
            <p:spPr>
              <a:xfrm rot="5400000">
                <a:off x="948591" y="2796375"/>
                <a:ext cx="266180" cy="357857"/>
              </a:xfrm>
              <a:prstGeom prst="triangl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4DCFF91-DE6C-894B-669E-10C3711DC988}"/>
                </a:ext>
              </a:extLst>
            </p:cNvPr>
            <p:cNvGrpSpPr/>
            <p:nvPr/>
          </p:nvGrpSpPr>
          <p:grpSpPr>
            <a:xfrm>
              <a:off x="1241110" y="1688536"/>
              <a:ext cx="524627" cy="240387"/>
              <a:chOff x="902753" y="2711017"/>
              <a:chExt cx="982229" cy="44911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04D1AC5-628F-5CB1-5DD0-0CFD10023ACB}"/>
                  </a:ext>
                </a:extLst>
              </p:cNvPr>
              <p:cNvSpPr/>
              <p:nvPr/>
            </p:nvSpPr>
            <p:spPr>
              <a:xfrm>
                <a:off x="1260610" y="2711017"/>
                <a:ext cx="624372" cy="44911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Isosceles Triangle 38">
                <a:extLst>
                  <a:ext uri="{FF2B5EF4-FFF2-40B4-BE49-F238E27FC236}">
                    <a16:creationId xmlns:a16="http://schemas.microsoft.com/office/drawing/2014/main" id="{2BD38F07-CF45-5956-CEAF-9CA2033941C6}"/>
                  </a:ext>
                </a:extLst>
              </p:cNvPr>
              <p:cNvSpPr/>
              <p:nvPr/>
            </p:nvSpPr>
            <p:spPr>
              <a:xfrm rot="5400000">
                <a:off x="948591" y="2756645"/>
                <a:ext cx="266179" cy="357856"/>
              </a:xfrm>
              <a:prstGeom prst="triangl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B7DA787-F550-3BCE-6B2A-8178806B5AA5}"/>
                </a:ext>
              </a:extLst>
            </p:cNvPr>
            <p:cNvGrpSpPr/>
            <p:nvPr/>
          </p:nvGrpSpPr>
          <p:grpSpPr>
            <a:xfrm>
              <a:off x="1241110" y="2264012"/>
              <a:ext cx="524628" cy="240387"/>
              <a:chOff x="902752" y="2750748"/>
              <a:chExt cx="982230" cy="449110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020453D-06C0-827B-8382-1A9AA81E721C}"/>
                  </a:ext>
                </a:extLst>
              </p:cNvPr>
              <p:cNvSpPr/>
              <p:nvPr/>
            </p:nvSpPr>
            <p:spPr>
              <a:xfrm>
                <a:off x="1260610" y="2750748"/>
                <a:ext cx="624372" cy="44911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Isosceles Triangle 38">
                <a:extLst>
                  <a:ext uri="{FF2B5EF4-FFF2-40B4-BE49-F238E27FC236}">
                    <a16:creationId xmlns:a16="http://schemas.microsoft.com/office/drawing/2014/main" id="{D4DD11F2-B927-078A-EA28-F7087DE433F3}"/>
                  </a:ext>
                </a:extLst>
              </p:cNvPr>
              <p:cNvSpPr/>
              <p:nvPr/>
            </p:nvSpPr>
            <p:spPr>
              <a:xfrm rot="5400000">
                <a:off x="948591" y="2796375"/>
                <a:ext cx="266180" cy="357857"/>
              </a:xfrm>
              <a:prstGeom prst="triangl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174CB107-5A19-7392-0CC6-03F299DD06B3}"/>
              </a:ext>
            </a:extLst>
          </p:cNvPr>
          <p:cNvSpPr txBox="1"/>
          <p:nvPr/>
        </p:nvSpPr>
        <p:spPr>
          <a:xfrm rot="16200000">
            <a:off x="-79409" y="2761783"/>
            <a:ext cx="2559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3-25 cameras (MIPI)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895C1D2-346E-00BD-E2CC-A6E71438BAFA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1998616" y="3017686"/>
            <a:ext cx="1389595" cy="1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902E4E4-E8C1-2945-A256-24C3EF55D045}"/>
              </a:ext>
            </a:extLst>
          </p:cNvPr>
          <p:cNvSpPr txBox="1"/>
          <p:nvPr/>
        </p:nvSpPr>
        <p:spPr>
          <a:xfrm>
            <a:off x="1856266" y="2672834"/>
            <a:ext cx="1644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3.93GB/s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1C8E459-169D-AC04-7047-C049AE9DB45A}"/>
              </a:ext>
            </a:extLst>
          </p:cNvPr>
          <p:cNvCxnSpPr>
            <a:cxnSpLocks/>
            <a:endCxn id="10" idx="3"/>
          </p:cNvCxnSpPr>
          <p:nvPr/>
        </p:nvCxnSpPr>
        <p:spPr>
          <a:xfrm flipH="1">
            <a:off x="1998616" y="3235794"/>
            <a:ext cx="1389595" cy="7123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1DF83F2-C0D4-C681-4AA9-EBBB7BBD12D0}"/>
              </a:ext>
            </a:extLst>
          </p:cNvPr>
          <p:cNvCxnSpPr>
            <a:cxnSpLocks/>
          </p:cNvCxnSpPr>
          <p:nvPr/>
        </p:nvCxnSpPr>
        <p:spPr>
          <a:xfrm flipH="1">
            <a:off x="1998616" y="3338301"/>
            <a:ext cx="1389595" cy="7123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5A1DAF6-1711-D150-046E-5921FAC84321}"/>
              </a:ext>
            </a:extLst>
          </p:cNvPr>
          <p:cNvSpPr txBox="1"/>
          <p:nvPr/>
        </p:nvSpPr>
        <p:spPr>
          <a:xfrm rot="20681777">
            <a:off x="1847712" y="3385740"/>
            <a:ext cx="1644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Triggers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BB68755-0DB4-B154-F16F-2D1DCED9F041}"/>
              </a:ext>
            </a:extLst>
          </p:cNvPr>
          <p:cNvCxnSpPr>
            <a:cxnSpLocks/>
          </p:cNvCxnSpPr>
          <p:nvPr/>
        </p:nvCxnSpPr>
        <p:spPr>
          <a:xfrm>
            <a:off x="4769997" y="2295570"/>
            <a:ext cx="0" cy="272770"/>
          </a:xfrm>
          <a:prstGeom prst="straightConnector1">
            <a:avLst/>
          </a:prstGeom>
          <a:ln w="19050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D858383-5D65-694A-5415-3FBF77F46BBC}"/>
              </a:ext>
            </a:extLst>
          </p:cNvPr>
          <p:cNvCxnSpPr>
            <a:cxnSpLocks/>
          </p:cNvCxnSpPr>
          <p:nvPr/>
        </p:nvCxnSpPr>
        <p:spPr>
          <a:xfrm flipH="1">
            <a:off x="4769997" y="2295570"/>
            <a:ext cx="3855842" cy="0"/>
          </a:xfrm>
          <a:prstGeom prst="straightConnector1">
            <a:avLst/>
          </a:prstGeom>
          <a:ln w="19050">
            <a:solidFill>
              <a:schemeClr val="tx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2FE6EA6-3E98-6DA0-E540-F1FCF2335737}"/>
              </a:ext>
            </a:extLst>
          </p:cNvPr>
          <p:cNvCxnSpPr>
            <a:cxnSpLocks/>
            <a:stCxn id="31" idx="0"/>
          </p:cNvCxnSpPr>
          <p:nvPr/>
        </p:nvCxnSpPr>
        <p:spPr>
          <a:xfrm flipH="1" flipV="1">
            <a:off x="8625839" y="2295570"/>
            <a:ext cx="1" cy="288285"/>
          </a:xfrm>
          <a:prstGeom prst="straightConnector1">
            <a:avLst/>
          </a:prstGeom>
          <a:ln w="19050">
            <a:solidFill>
              <a:schemeClr val="tx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21AC0B1D-6CF2-B83A-C801-D6DF314DA56E}"/>
              </a:ext>
            </a:extLst>
          </p:cNvPr>
          <p:cNvSpPr txBox="1"/>
          <p:nvPr/>
        </p:nvSpPr>
        <p:spPr>
          <a:xfrm>
            <a:off x="6096000" y="1976179"/>
            <a:ext cx="1644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Synch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AD5FC5AF-A29F-1B99-9F69-6B955ED0C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216" y="4105910"/>
            <a:ext cx="1165189" cy="701586"/>
          </a:xfrm>
          <a:prstGeom prst="rect">
            <a:avLst/>
          </a:prstGeom>
        </p:spPr>
      </p:pic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E52F965-4031-51F0-56D7-C6A2388490E4}"/>
              </a:ext>
            </a:extLst>
          </p:cNvPr>
          <p:cNvCxnSpPr>
            <a:cxnSpLocks/>
          </p:cNvCxnSpPr>
          <p:nvPr/>
        </p:nvCxnSpPr>
        <p:spPr>
          <a:xfrm flipH="1">
            <a:off x="2179170" y="3427224"/>
            <a:ext cx="1196652" cy="79867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B35D9849-8481-56E9-4BB2-861476FB2671}"/>
              </a:ext>
            </a:extLst>
          </p:cNvPr>
          <p:cNvSpPr txBox="1"/>
          <p:nvPr/>
        </p:nvSpPr>
        <p:spPr>
          <a:xfrm>
            <a:off x="932597" y="4692977"/>
            <a:ext cx="1644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INS + GPS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4B75422-12F8-D6C1-2744-D3FE0D6756EA}"/>
              </a:ext>
            </a:extLst>
          </p:cNvPr>
          <p:cNvCxnSpPr>
            <a:cxnSpLocks/>
            <a:stCxn id="33" idx="3"/>
          </p:cNvCxnSpPr>
          <p:nvPr/>
        </p:nvCxnSpPr>
        <p:spPr>
          <a:xfrm flipV="1">
            <a:off x="2263405" y="3498255"/>
            <a:ext cx="1123642" cy="95844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B7BEA0FB-C956-803A-D794-F5151CA5FBC2}"/>
              </a:ext>
            </a:extLst>
          </p:cNvPr>
          <p:cNvSpPr/>
          <p:nvPr/>
        </p:nvSpPr>
        <p:spPr>
          <a:xfrm>
            <a:off x="6432461" y="4749156"/>
            <a:ext cx="1644869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Neural Render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DAA1B97-C9CF-3DDE-6160-FEBEECF238FB}"/>
              </a:ext>
            </a:extLst>
          </p:cNvPr>
          <p:cNvCxnSpPr>
            <a:cxnSpLocks/>
            <a:endCxn id="52" idx="0"/>
          </p:cNvCxnSpPr>
          <p:nvPr/>
        </p:nvCxnSpPr>
        <p:spPr>
          <a:xfrm>
            <a:off x="6347122" y="3498255"/>
            <a:ext cx="907774" cy="1250901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C3249416-0BAF-8B22-E6F1-38B40406E25B}"/>
              </a:ext>
            </a:extLst>
          </p:cNvPr>
          <p:cNvSpPr txBox="1"/>
          <p:nvPr/>
        </p:nvSpPr>
        <p:spPr>
          <a:xfrm rot="3234291">
            <a:off x="6058563" y="3796837"/>
            <a:ext cx="1644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3.93GB/s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ABA86A4A-D07A-1244-2937-339D194F7046}"/>
              </a:ext>
            </a:extLst>
          </p:cNvPr>
          <p:cNvCxnSpPr>
            <a:cxnSpLocks/>
            <a:stCxn id="52" idx="3"/>
          </p:cNvCxnSpPr>
          <p:nvPr/>
        </p:nvCxnSpPr>
        <p:spPr>
          <a:xfrm>
            <a:off x="8077330" y="5206356"/>
            <a:ext cx="100145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198D9F37-D5EA-0D2B-D331-3566889ADDB0}"/>
              </a:ext>
            </a:extLst>
          </p:cNvPr>
          <p:cNvSpPr/>
          <p:nvPr/>
        </p:nvSpPr>
        <p:spPr>
          <a:xfrm>
            <a:off x="9087840" y="4749156"/>
            <a:ext cx="1644869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Display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8BB6A0D-548A-0EB2-AC5A-7C501FF833A2}"/>
              </a:ext>
            </a:extLst>
          </p:cNvPr>
          <p:cNvSpPr txBox="1"/>
          <p:nvPr/>
        </p:nvSpPr>
        <p:spPr>
          <a:xfrm>
            <a:off x="7887375" y="4806651"/>
            <a:ext cx="1381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78.7MB/s</a:t>
            </a:r>
          </a:p>
        </p:txBody>
      </p:sp>
      <p:pic>
        <p:nvPicPr>
          <p:cNvPr id="64" name="Picture 63" descr="A pair of monitors with joysticks&#10;&#10;Description automatically generated">
            <a:extLst>
              <a:ext uri="{FF2B5EF4-FFF2-40B4-BE49-F238E27FC236}">
                <a16:creationId xmlns:a16="http://schemas.microsoft.com/office/drawing/2014/main" id="{A7543383-6420-FE7C-B604-AF09BC13BE5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380"/>
          <a:stretch/>
        </p:blipFill>
        <p:spPr>
          <a:xfrm>
            <a:off x="11303010" y="4595275"/>
            <a:ext cx="698183" cy="1161415"/>
          </a:xfrm>
          <a:prstGeom prst="rect">
            <a:avLst/>
          </a:prstGeom>
        </p:spPr>
      </p:pic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A1647C6F-93A4-9230-F186-CE41649787F2}"/>
              </a:ext>
            </a:extLst>
          </p:cNvPr>
          <p:cNvCxnSpPr>
            <a:cxnSpLocks/>
            <a:endCxn id="64" idx="1"/>
          </p:cNvCxnSpPr>
          <p:nvPr/>
        </p:nvCxnSpPr>
        <p:spPr>
          <a:xfrm flipV="1">
            <a:off x="10723654" y="5175983"/>
            <a:ext cx="579356" cy="4286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B617201A-AA36-3FED-7BF7-2BC13FE4285E}"/>
              </a:ext>
            </a:extLst>
          </p:cNvPr>
          <p:cNvSpPr/>
          <p:nvPr/>
        </p:nvSpPr>
        <p:spPr>
          <a:xfrm>
            <a:off x="5459481" y="5813609"/>
            <a:ext cx="1644869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Neural Object Analysis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994A61E2-58D8-182D-2E46-DF622F791809}"/>
              </a:ext>
            </a:extLst>
          </p:cNvPr>
          <p:cNvCxnSpPr>
            <a:cxnSpLocks/>
            <a:stCxn id="28" idx="2"/>
            <a:endCxn id="66" idx="0"/>
          </p:cNvCxnSpPr>
          <p:nvPr/>
        </p:nvCxnSpPr>
        <p:spPr>
          <a:xfrm>
            <a:off x="5866738" y="3498255"/>
            <a:ext cx="415178" cy="2315354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8E93E65A-49E1-A972-EE78-21F389CEF398}"/>
              </a:ext>
            </a:extLst>
          </p:cNvPr>
          <p:cNvSpPr txBox="1"/>
          <p:nvPr/>
        </p:nvSpPr>
        <p:spPr>
          <a:xfrm rot="4809766">
            <a:off x="5088386" y="4443765"/>
            <a:ext cx="1644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3.3GB/s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1AC386DF-653F-2B02-8598-BD68F275FD10}"/>
              </a:ext>
            </a:extLst>
          </p:cNvPr>
          <p:cNvCxnSpPr>
            <a:cxnSpLocks/>
          </p:cNvCxnSpPr>
          <p:nvPr/>
        </p:nvCxnSpPr>
        <p:spPr>
          <a:xfrm>
            <a:off x="1998615" y="2611361"/>
            <a:ext cx="140081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CCDF261D-830D-5C58-18A2-94F968F2DEFF}"/>
              </a:ext>
            </a:extLst>
          </p:cNvPr>
          <p:cNvSpPr txBox="1"/>
          <p:nvPr/>
        </p:nvSpPr>
        <p:spPr>
          <a:xfrm>
            <a:off x="1918326" y="2299951"/>
            <a:ext cx="1475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temperature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195562C-B37B-96DC-EC0E-022F21E2FC95}"/>
              </a:ext>
            </a:extLst>
          </p:cNvPr>
          <p:cNvSpPr/>
          <p:nvPr/>
        </p:nvSpPr>
        <p:spPr>
          <a:xfrm>
            <a:off x="5044303" y="2583855"/>
            <a:ext cx="1644869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Selector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76764D0-CEA7-BD9F-3BB2-4487871F6A5A}"/>
              </a:ext>
            </a:extLst>
          </p:cNvPr>
          <p:cNvSpPr/>
          <p:nvPr/>
        </p:nvSpPr>
        <p:spPr>
          <a:xfrm>
            <a:off x="7803404" y="3496307"/>
            <a:ext cx="1644869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Neural Tone Map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EB3866-01FA-17F1-2739-4740174B42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1706" y="2654760"/>
            <a:ext cx="1244317" cy="725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2612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507</TotalTime>
  <Words>187</Words>
  <Application>Microsoft Office PowerPoint</Application>
  <PresentationFormat>Widescreen</PresentationFormat>
  <Paragraphs>78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Russell Taylor</dc:creator>
  <cp:lastModifiedBy>Russell Taylor</cp:lastModifiedBy>
  <cp:revision>53</cp:revision>
  <dcterms:created xsi:type="dcterms:W3CDTF">2023-10-18T19:03:52Z</dcterms:created>
  <dcterms:modified xsi:type="dcterms:W3CDTF">2024-01-09T01:23:14Z</dcterms:modified>
</cp:coreProperties>
</file>